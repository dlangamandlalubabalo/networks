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8"/>
  </p:notesMasterIdLst>
  <p:sldIdLst>
    <p:sldId id="256" r:id="rId5"/>
    <p:sldId id="313" r:id="rId6"/>
    <p:sldId id="335" r:id="rId7"/>
    <p:sldId id="337" r:id="rId8"/>
    <p:sldId id="338" r:id="rId9"/>
    <p:sldId id="339" r:id="rId10"/>
    <p:sldId id="345" r:id="rId11"/>
    <p:sldId id="346" r:id="rId12"/>
    <p:sldId id="347" r:id="rId13"/>
    <p:sldId id="348" r:id="rId14"/>
    <p:sldId id="349" r:id="rId15"/>
    <p:sldId id="350" r:id="rId16"/>
    <p:sldId id="351" r:id="rId17"/>
    <p:sldId id="353" r:id="rId18"/>
    <p:sldId id="354" r:id="rId19"/>
    <p:sldId id="355" r:id="rId20"/>
    <p:sldId id="356" r:id="rId21"/>
    <p:sldId id="357" r:id="rId22"/>
    <p:sldId id="358" r:id="rId23"/>
    <p:sldId id="359" r:id="rId24"/>
    <p:sldId id="360" r:id="rId25"/>
    <p:sldId id="352" r:id="rId26"/>
    <p:sldId id="33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455"/>
    <a:srgbClr val="00A7E2"/>
    <a:srgbClr val="011C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7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8.png"/><Relationship Id="rId7" Type="http://schemas.openxmlformats.org/officeDocument/2006/relationships/image" Target="../media/image36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8.png"/><Relationship Id="rId7" Type="http://schemas.openxmlformats.org/officeDocument/2006/relationships/image" Target="../media/image36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DD2859-CBCA-441F-BAA2-0C6BA3A198D8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EDABEF-355D-4B83-827A-6469C4C24229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Build a virtual network and integrate Ubuntu and 2 Linux Mint VMs </a:t>
          </a:r>
          <a:endParaRPr lang="en-US"/>
        </a:p>
      </dgm:t>
    </dgm:pt>
    <dgm:pt modelId="{C7C008D9-EBC9-4597-9C0F-C27C9A5EBF7C}" type="parTrans" cxnId="{85A21F7E-2CC0-49B5-8A35-A066A1D22BDC}">
      <dgm:prSet/>
      <dgm:spPr/>
      <dgm:t>
        <a:bodyPr/>
        <a:lstStyle/>
        <a:p>
          <a:endParaRPr lang="en-US"/>
        </a:p>
      </dgm:t>
    </dgm:pt>
    <dgm:pt modelId="{AEE542C8-0D68-4917-A5EA-943F6B4CE8F0}" type="sibTrans" cxnId="{85A21F7E-2CC0-49B5-8A35-A066A1D22BDC}">
      <dgm:prSet/>
      <dgm:spPr/>
      <dgm:t>
        <a:bodyPr/>
        <a:lstStyle/>
        <a:p>
          <a:endParaRPr lang="en-US"/>
        </a:p>
      </dgm:t>
    </dgm:pt>
    <dgm:pt modelId="{3630355D-101F-4990-AA9D-3E82E5CA9A23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Use ML algorithms on the Ubuntu to forecast bandwidth</a:t>
          </a:r>
          <a:endParaRPr lang="en-US"/>
        </a:p>
      </dgm:t>
    </dgm:pt>
    <dgm:pt modelId="{C5926429-951C-4EF6-9966-E9884A11F658}" type="parTrans" cxnId="{45DFA90E-4C61-4DFA-A5A4-AD84CD72852F}">
      <dgm:prSet/>
      <dgm:spPr/>
      <dgm:t>
        <a:bodyPr/>
        <a:lstStyle/>
        <a:p>
          <a:endParaRPr lang="en-US"/>
        </a:p>
      </dgm:t>
    </dgm:pt>
    <dgm:pt modelId="{153E93E0-6569-4BD2-96BF-CC0C8BE6C1BD}" type="sibTrans" cxnId="{45DFA90E-4C61-4DFA-A5A4-AD84CD72852F}">
      <dgm:prSet/>
      <dgm:spPr/>
      <dgm:t>
        <a:bodyPr/>
        <a:lstStyle/>
        <a:p>
          <a:endParaRPr lang="en-US"/>
        </a:p>
      </dgm:t>
    </dgm:pt>
    <dgm:pt modelId="{3EBAB49F-3AF2-48AD-9147-739F8E75E9C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Build a classification system to classify network resources</a:t>
          </a:r>
          <a:endParaRPr lang="en-US"/>
        </a:p>
      </dgm:t>
    </dgm:pt>
    <dgm:pt modelId="{8BF67C8C-A875-4230-AC76-900AE2732754}" type="parTrans" cxnId="{3951F0CF-31D6-4103-B697-E7E0EA87DEC4}">
      <dgm:prSet/>
      <dgm:spPr/>
      <dgm:t>
        <a:bodyPr/>
        <a:lstStyle/>
        <a:p>
          <a:endParaRPr lang="en-US"/>
        </a:p>
      </dgm:t>
    </dgm:pt>
    <dgm:pt modelId="{E2407EA9-974D-4D7E-BD94-0E50FDA046A1}" type="sibTrans" cxnId="{3951F0CF-31D6-4103-B697-E7E0EA87DEC4}">
      <dgm:prSet/>
      <dgm:spPr/>
      <dgm:t>
        <a:bodyPr/>
        <a:lstStyle/>
        <a:p>
          <a:endParaRPr lang="en-US"/>
        </a:p>
      </dgm:t>
    </dgm:pt>
    <dgm:pt modelId="{77CEDBDA-15D1-4D1F-9C71-50C64F21B87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Design a system that will process and classify traffic in real-time</a:t>
          </a:r>
          <a:endParaRPr lang="en-US"/>
        </a:p>
      </dgm:t>
    </dgm:pt>
    <dgm:pt modelId="{479F037C-7B44-41A8-A5EC-EB92231F9902}" type="parTrans" cxnId="{AE6303BD-240C-401B-96FE-CF30F0A2E40D}">
      <dgm:prSet/>
      <dgm:spPr/>
      <dgm:t>
        <a:bodyPr/>
        <a:lstStyle/>
        <a:p>
          <a:endParaRPr lang="en-US"/>
        </a:p>
      </dgm:t>
    </dgm:pt>
    <dgm:pt modelId="{DAEF04D0-3B70-4B78-A909-B5C5DF4C5BE1}" type="sibTrans" cxnId="{AE6303BD-240C-401B-96FE-CF30F0A2E40D}">
      <dgm:prSet/>
      <dgm:spPr/>
      <dgm:t>
        <a:bodyPr/>
        <a:lstStyle/>
        <a:p>
          <a:endParaRPr lang="en-US"/>
        </a:p>
      </dgm:t>
    </dgm:pt>
    <dgm:pt modelId="{C5D85A44-23A8-446A-93B9-3CD00425AEC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Use ML algorithms to detects threats and address security vulnerability</a:t>
          </a:r>
          <a:endParaRPr lang="en-US"/>
        </a:p>
      </dgm:t>
    </dgm:pt>
    <dgm:pt modelId="{3A44242F-7F9F-42B8-8366-7A624BB3383C}" type="parTrans" cxnId="{90F27464-89A5-4BA4-82EF-5AE2C798B182}">
      <dgm:prSet/>
      <dgm:spPr/>
      <dgm:t>
        <a:bodyPr/>
        <a:lstStyle/>
        <a:p>
          <a:endParaRPr lang="en-US"/>
        </a:p>
      </dgm:t>
    </dgm:pt>
    <dgm:pt modelId="{FD17420C-F5BD-45B1-9F9E-20674B0D1C7D}" type="sibTrans" cxnId="{90F27464-89A5-4BA4-82EF-5AE2C798B182}">
      <dgm:prSet/>
      <dgm:spPr/>
      <dgm:t>
        <a:bodyPr/>
        <a:lstStyle/>
        <a:p>
          <a:endParaRPr lang="en-US"/>
        </a:p>
      </dgm:t>
    </dgm:pt>
    <dgm:pt modelId="{647F907C-A7E6-40D6-91DC-52E0EF48A72E}" type="pres">
      <dgm:prSet presAssocID="{D3DD2859-CBCA-441F-BAA2-0C6BA3A198D8}" presName="root" presStyleCnt="0">
        <dgm:presLayoutVars>
          <dgm:dir/>
          <dgm:resizeHandles val="exact"/>
        </dgm:presLayoutVars>
      </dgm:prSet>
      <dgm:spPr/>
    </dgm:pt>
    <dgm:pt modelId="{72D80A75-8362-4660-BBD9-404BCFEDCE3D}" type="pres">
      <dgm:prSet presAssocID="{CEEDABEF-355D-4B83-827A-6469C4C24229}" presName="compNode" presStyleCnt="0"/>
      <dgm:spPr/>
    </dgm:pt>
    <dgm:pt modelId="{337B5AAF-D02E-46B4-9752-D4EE1F4C989E}" type="pres">
      <dgm:prSet presAssocID="{CEEDABEF-355D-4B83-827A-6469C4C2422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82EEDC0E-DC79-41F0-9787-63C512A5E35B}" type="pres">
      <dgm:prSet presAssocID="{CEEDABEF-355D-4B83-827A-6469C4C24229}" presName="spaceRect" presStyleCnt="0"/>
      <dgm:spPr/>
    </dgm:pt>
    <dgm:pt modelId="{6B0D9C98-660B-4B1E-8673-B9C74521F3EB}" type="pres">
      <dgm:prSet presAssocID="{CEEDABEF-355D-4B83-827A-6469C4C24229}" presName="textRect" presStyleLbl="revTx" presStyleIdx="0" presStyleCnt="5">
        <dgm:presLayoutVars>
          <dgm:chMax val="1"/>
          <dgm:chPref val="1"/>
        </dgm:presLayoutVars>
      </dgm:prSet>
      <dgm:spPr/>
    </dgm:pt>
    <dgm:pt modelId="{E1A7A18C-F3CE-4A8B-8F35-254620DCF0A1}" type="pres">
      <dgm:prSet presAssocID="{AEE542C8-0D68-4917-A5EA-943F6B4CE8F0}" presName="sibTrans" presStyleCnt="0"/>
      <dgm:spPr/>
    </dgm:pt>
    <dgm:pt modelId="{833A25D2-482A-41B6-9304-B142470053F0}" type="pres">
      <dgm:prSet presAssocID="{3630355D-101F-4990-AA9D-3E82E5CA9A23}" presName="compNode" presStyleCnt="0"/>
      <dgm:spPr/>
    </dgm:pt>
    <dgm:pt modelId="{77733496-20C7-4D74-B7F3-F8DB5044A87A}" type="pres">
      <dgm:prSet presAssocID="{3630355D-101F-4990-AA9D-3E82E5CA9A2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C5D2794-46A8-4C15-B75D-7B8882B18A26}" type="pres">
      <dgm:prSet presAssocID="{3630355D-101F-4990-AA9D-3E82E5CA9A23}" presName="spaceRect" presStyleCnt="0"/>
      <dgm:spPr/>
    </dgm:pt>
    <dgm:pt modelId="{6F75209C-57D3-4B71-982A-36477A40D9D8}" type="pres">
      <dgm:prSet presAssocID="{3630355D-101F-4990-AA9D-3E82E5CA9A23}" presName="textRect" presStyleLbl="revTx" presStyleIdx="1" presStyleCnt="5">
        <dgm:presLayoutVars>
          <dgm:chMax val="1"/>
          <dgm:chPref val="1"/>
        </dgm:presLayoutVars>
      </dgm:prSet>
      <dgm:spPr/>
    </dgm:pt>
    <dgm:pt modelId="{3EBE46C1-9A0C-42D4-AD4D-3ACF2B4DFEC9}" type="pres">
      <dgm:prSet presAssocID="{153E93E0-6569-4BD2-96BF-CC0C8BE6C1BD}" presName="sibTrans" presStyleCnt="0"/>
      <dgm:spPr/>
    </dgm:pt>
    <dgm:pt modelId="{89DF8490-E06F-4B3A-9FA3-A14292752F7A}" type="pres">
      <dgm:prSet presAssocID="{3EBAB49F-3AF2-48AD-9147-739F8E75E9C6}" presName="compNode" presStyleCnt="0"/>
      <dgm:spPr/>
    </dgm:pt>
    <dgm:pt modelId="{176EB96F-C419-4A54-B8D8-C441710BE0D0}" type="pres">
      <dgm:prSet presAssocID="{3EBAB49F-3AF2-48AD-9147-739F8E75E9C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2B600847-C878-4ABE-8CA3-627EADA332FC}" type="pres">
      <dgm:prSet presAssocID="{3EBAB49F-3AF2-48AD-9147-739F8E75E9C6}" presName="spaceRect" presStyleCnt="0"/>
      <dgm:spPr/>
    </dgm:pt>
    <dgm:pt modelId="{4C9F2328-DD57-4015-85AB-C327BEB7E905}" type="pres">
      <dgm:prSet presAssocID="{3EBAB49F-3AF2-48AD-9147-739F8E75E9C6}" presName="textRect" presStyleLbl="revTx" presStyleIdx="2" presStyleCnt="5">
        <dgm:presLayoutVars>
          <dgm:chMax val="1"/>
          <dgm:chPref val="1"/>
        </dgm:presLayoutVars>
      </dgm:prSet>
      <dgm:spPr/>
    </dgm:pt>
    <dgm:pt modelId="{E5CC4DA5-83C8-49BF-A873-9DB26AFE8EE5}" type="pres">
      <dgm:prSet presAssocID="{E2407EA9-974D-4D7E-BD94-0E50FDA046A1}" presName="sibTrans" presStyleCnt="0"/>
      <dgm:spPr/>
    </dgm:pt>
    <dgm:pt modelId="{13262080-D245-414C-8960-3967F97973B3}" type="pres">
      <dgm:prSet presAssocID="{77CEDBDA-15D1-4D1F-9C71-50C64F21B87E}" presName="compNode" presStyleCnt="0"/>
      <dgm:spPr/>
    </dgm:pt>
    <dgm:pt modelId="{315C619A-E303-4AA8-B2F4-C9CFFFE39A18}" type="pres">
      <dgm:prSet presAssocID="{77CEDBDA-15D1-4D1F-9C71-50C64F21B87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CE52A399-3096-4681-B783-9A063DE36B87}" type="pres">
      <dgm:prSet presAssocID="{77CEDBDA-15D1-4D1F-9C71-50C64F21B87E}" presName="spaceRect" presStyleCnt="0"/>
      <dgm:spPr/>
    </dgm:pt>
    <dgm:pt modelId="{498A32F4-5AD0-4186-A4DE-2B5B6432AA9B}" type="pres">
      <dgm:prSet presAssocID="{77CEDBDA-15D1-4D1F-9C71-50C64F21B87E}" presName="textRect" presStyleLbl="revTx" presStyleIdx="3" presStyleCnt="5">
        <dgm:presLayoutVars>
          <dgm:chMax val="1"/>
          <dgm:chPref val="1"/>
        </dgm:presLayoutVars>
      </dgm:prSet>
      <dgm:spPr/>
    </dgm:pt>
    <dgm:pt modelId="{2E71C166-1F39-4544-A569-B448F70285CA}" type="pres">
      <dgm:prSet presAssocID="{DAEF04D0-3B70-4B78-A909-B5C5DF4C5BE1}" presName="sibTrans" presStyleCnt="0"/>
      <dgm:spPr/>
    </dgm:pt>
    <dgm:pt modelId="{FEE8A54B-76C4-496C-83BA-21D3AAD5055B}" type="pres">
      <dgm:prSet presAssocID="{C5D85A44-23A8-446A-93B9-3CD00425AEC4}" presName="compNode" presStyleCnt="0"/>
      <dgm:spPr/>
    </dgm:pt>
    <dgm:pt modelId="{6D9110A1-0104-4803-ACB7-370A4392DFBD}" type="pres">
      <dgm:prSet presAssocID="{C5D85A44-23A8-446A-93B9-3CD00425AEC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B6E1EC4-9EB9-4003-ACDC-432D6D611A2B}" type="pres">
      <dgm:prSet presAssocID="{C5D85A44-23A8-446A-93B9-3CD00425AEC4}" presName="spaceRect" presStyleCnt="0"/>
      <dgm:spPr/>
    </dgm:pt>
    <dgm:pt modelId="{D5551626-0D5B-4B27-A860-E454DB63F312}" type="pres">
      <dgm:prSet presAssocID="{C5D85A44-23A8-446A-93B9-3CD00425AEC4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0D4BC09-A4A4-4AD6-9C53-96C882D09F5A}" type="presOf" srcId="{CEEDABEF-355D-4B83-827A-6469C4C24229}" destId="{6B0D9C98-660B-4B1E-8673-B9C74521F3EB}" srcOrd="0" destOrd="0" presId="urn:microsoft.com/office/officeart/2018/2/layout/IconLabelList"/>
    <dgm:cxn modelId="{45DFA90E-4C61-4DFA-A5A4-AD84CD72852F}" srcId="{D3DD2859-CBCA-441F-BAA2-0C6BA3A198D8}" destId="{3630355D-101F-4990-AA9D-3E82E5CA9A23}" srcOrd="1" destOrd="0" parTransId="{C5926429-951C-4EF6-9966-E9884A11F658}" sibTransId="{153E93E0-6569-4BD2-96BF-CC0C8BE6C1BD}"/>
    <dgm:cxn modelId="{03DEC027-5D99-48CF-90F2-C6DB406D160B}" type="presOf" srcId="{C5D85A44-23A8-446A-93B9-3CD00425AEC4}" destId="{D5551626-0D5B-4B27-A860-E454DB63F312}" srcOrd="0" destOrd="0" presId="urn:microsoft.com/office/officeart/2018/2/layout/IconLabelList"/>
    <dgm:cxn modelId="{90F27464-89A5-4BA4-82EF-5AE2C798B182}" srcId="{D3DD2859-CBCA-441F-BAA2-0C6BA3A198D8}" destId="{C5D85A44-23A8-446A-93B9-3CD00425AEC4}" srcOrd="4" destOrd="0" parTransId="{3A44242F-7F9F-42B8-8366-7A624BB3383C}" sibTransId="{FD17420C-F5BD-45B1-9F9E-20674B0D1C7D}"/>
    <dgm:cxn modelId="{AAA9BA4E-4FDE-40CB-B330-CEBF3275C548}" type="presOf" srcId="{3630355D-101F-4990-AA9D-3E82E5CA9A23}" destId="{6F75209C-57D3-4B71-982A-36477A40D9D8}" srcOrd="0" destOrd="0" presId="urn:microsoft.com/office/officeart/2018/2/layout/IconLabelList"/>
    <dgm:cxn modelId="{85A21F7E-2CC0-49B5-8A35-A066A1D22BDC}" srcId="{D3DD2859-CBCA-441F-BAA2-0C6BA3A198D8}" destId="{CEEDABEF-355D-4B83-827A-6469C4C24229}" srcOrd="0" destOrd="0" parTransId="{C7C008D9-EBC9-4597-9C0F-C27C9A5EBF7C}" sibTransId="{AEE542C8-0D68-4917-A5EA-943F6B4CE8F0}"/>
    <dgm:cxn modelId="{23C2FE8D-B626-4FE3-B48D-735C7F13F5CC}" type="presOf" srcId="{D3DD2859-CBCA-441F-BAA2-0C6BA3A198D8}" destId="{647F907C-A7E6-40D6-91DC-52E0EF48A72E}" srcOrd="0" destOrd="0" presId="urn:microsoft.com/office/officeart/2018/2/layout/IconLabelList"/>
    <dgm:cxn modelId="{93C2B29E-34E0-40D3-A399-3C588F661A23}" type="presOf" srcId="{3EBAB49F-3AF2-48AD-9147-739F8E75E9C6}" destId="{4C9F2328-DD57-4015-85AB-C327BEB7E905}" srcOrd="0" destOrd="0" presId="urn:microsoft.com/office/officeart/2018/2/layout/IconLabelList"/>
    <dgm:cxn modelId="{AE6303BD-240C-401B-96FE-CF30F0A2E40D}" srcId="{D3DD2859-CBCA-441F-BAA2-0C6BA3A198D8}" destId="{77CEDBDA-15D1-4D1F-9C71-50C64F21B87E}" srcOrd="3" destOrd="0" parTransId="{479F037C-7B44-41A8-A5EC-EB92231F9902}" sibTransId="{DAEF04D0-3B70-4B78-A909-B5C5DF4C5BE1}"/>
    <dgm:cxn modelId="{3951F0CF-31D6-4103-B697-E7E0EA87DEC4}" srcId="{D3DD2859-CBCA-441F-BAA2-0C6BA3A198D8}" destId="{3EBAB49F-3AF2-48AD-9147-739F8E75E9C6}" srcOrd="2" destOrd="0" parTransId="{8BF67C8C-A875-4230-AC76-900AE2732754}" sibTransId="{E2407EA9-974D-4D7E-BD94-0E50FDA046A1}"/>
    <dgm:cxn modelId="{A4E0C3E3-A495-4CF0-8663-2CE433FD2630}" type="presOf" srcId="{77CEDBDA-15D1-4D1F-9C71-50C64F21B87E}" destId="{498A32F4-5AD0-4186-A4DE-2B5B6432AA9B}" srcOrd="0" destOrd="0" presId="urn:microsoft.com/office/officeart/2018/2/layout/IconLabelList"/>
    <dgm:cxn modelId="{57793D26-6302-4719-95A1-FC94EDBDBC4E}" type="presParOf" srcId="{647F907C-A7E6-40D6-91DC-52E0EF48A72E}" destId="{72D80A75-8362-4660-BBD9-404BCFEDCE3D}" srcOrd="0" destOrd="0" presId="urn:microsoft.com/office/officeart/2018/2/layout/IconLabelList"/>
    <dgm:cxn modelId="{9424F0F2-26B8-4BE8-B952-0E8D17D0A6E5}" type="presParOf" srcId="{72D80A75-8362-4660-BBD9-404BCFEDCE3D}" destId="{337B5AAF-D02E-46B4-9752-D4EE1F4C989E}" srcOrd="0" destOrd="0" presId="urn:microsoft.com/office/officeart/2018/2/layout/IconLabelList"/>
    <dgm:cxn modelId="{54F6E9D7-5192-4E9C-97D1-57ED6FA4EB15}" type="presParOf" srcId="{72D80A75-8362-4660-BBD9-404BCFEDCE3D}" destId="{82EEDC0E-DC79-41F0-9787-63C512A5E35B}" srcOrd="1" destOrd="0" presId="urn:microsoft.com/office/officeart/2018/2/layout/IconLabelList"/>
    <dgm:cxn modelId="{212FDC4C-2C0B-4292-8336-52270FEF91CB}" type="presParOf" srcId="{72D80A75-8362-4660-BBD9-404BCFEDCE3D}" destId="{6B0D9C98-660B-4B1E-8673-B9C74521F3EB}" srcOrd="2" destOrd="0" presId="urn:microsoft.com/office/officeart/2018/2/layout/IconLabelList"/>
    <dgm:cxn modelId="{A440E6DF-B789-46F0-9787-F6C74692F724}" type="presParOf" srcId="{647F907C-A7E6-40D6-91DC-52E0EF48A72E}" destId="{E1A7A18C-F3CE-4A8B-8F35-254620DCF0A1}" srcOrd="1" destOrd="0" presId="urn:microsoft.com/office/officeart/2018/2/layout/IconLabelList"/>
    <dgm:cxn modelId="{EC085A32-32C7-43A8-9D02-8716E8F80D31}" type="presParOf" srcId="{647F907C-A7E6-40D6-91DC-52E0EF48A72E}" destId="{833A25D2-482A-41B6-9304-B142470053F0}" srcOrd="2" destOrd="0" presId="urn:microsoft.com/office/officeart/2018/2/layout/IconLabelList"/>
    <dgm:cxn modelId="{9C349B4F-3087-428E-B698-6C236F0CAC49}" type="presParOf" srcId="{833A25D2-482A-41B6-9304-B142470053F0}" destId="{77733496-20C7-4D74-B7F3-F8DB5044A87A}" srcOrd="0" destOrd="0" presId="urn:microsoft.com/office/officeart/2018/2/layout/IconLabelList"/>
    <dgm:cxn modelId="{F51630A1-322A-4608-BE48-BF16CB8C598B}" type="presParOf" srcId="{833A25D2-482A-41B6-9304-B142470053F0}" destId="{FC5D2794-46A8-4C15-B75D-7B8882B18A26}" srcOrd="1" destOrd="0" presId="urn:microsoft.com/office/officeart/2018/2/layout/IconLabelList"/>
    <dgm:cxn modelId="{29C82C84-3852-43C4-92AB-7CE0B0C146B0}" type="presParOf" srcId="{833A25D2-482A-41B6-9304-B142470053F0}" destId="{6F75209C-57D3-4B71-982A-36477A40D9D8}" srcOrd="2" destOrd="0" presId="urn:microsoft.com/office/officeart/2018/2/layout/IconLabelList"/>
    <dgm:cxn modelId="{414818FF-E38A-46A3-AB75-1E6D4DA98350}" type="presParOf" srcId="{647F907C-A7E6-40D6-91DC-52E0EF48A72E}" destId="{3EBE46C1-9A0C-42D4-AD4D-3ACF2B4DFEC9}" srcOrd="3" destOrd="0" presId="urn:microsoft.com/office/officeart/2018/2/layout/IconLabelList"/>
    <dgm:cxn modelId="{847FDDEF-4CFD-4DFA-9B23-B2BDFA00F126}" type="presParOf" srcId="{647F907C-A7E6-40D6-91DC-52E0EF48A72E}" destId="{89DF8490-E06F-4B3A-9FA3-A14292752F7A}" srcOrd="4" destOrd="0" presId="urn:microsoft.com/office/officeart/2018/2/layout/IconLabelList"/>
    <dgm:cxn modelId="{ACD0791A-5B59-4E06-95D1-0C61617164B6}" type="presParOf" srcId="{89DF8490-E06F-4B3A-9FA3-A14292752F7A}" destId="{176EB96F-C419-4A54-B8D8-C441710BE0D0}" srcOrd="0" destOrd="0" presId="urn:microsoft.com/office/officeart/2018/2/layout/IconLabelList"/>
    <dgm:cxn modelId="{9CA648ED-46F2-4CA8-99E9-3B2C4A7644DD}" type="presParOf" srcId="{89DF8490-E06F-4B3A-9FA3-A14292752F7A}" destId="{2B600847-C878-4ABE-8CA3-627EADA332FC}" srcOrd="1" destOrd="0" presId="urn:microsoft.com/office/officeart/2018/2/layout/IconLabelList"/>
    <dgm:cxn modelId="{51F64286-FDA6-4D86-8D40-AF5DCB730368}" type="presParOf" srcId="{89DF8490-E06F-4B3A-9FA3-A14292752F7A}" destId="{4C9F2328-DD57-4015-85AB-C327BEB7E905}" srcOrd="2" destOrd="0" presId="urn:microsoft.com/office/officeart/2018/2/layout/IconLabelList"/>
    <dgm:cxn modelId="{18A54BF4-328E-4363-9CA8-26CD8C45F3FD}" type="presParOf" srcId="{647F907C-A7E6-40D6-91DC-52E0EF48A72E}" destId="{E5CC4DA5-83C8-49BF-A873-9DB26AFE8EE5}" srcOrd="5" destOrd="0" presId="urn:microsoft.com/office/officeart/2018/2/layout/IconLabelList"/>
    <dgm:cxn modelId="{D1E143C9-E538-4E41-96D7-109EF7801CFA}" type="presParOf" srcId="{647F907C-A7E6-40D6-91DC-52E0EF48A72E}" destId="{13262080-D245-414C-8960-3967F97973B3}" srcOrd="6" destOrd="0" presId="urn:microsoft.com/office/officeart/2018/2/layout/IconLabelList"/>
    <dgm:cxn modelId="{3BD44236-D474-4197-B36C-A2306FF63DDC}" type="presParOf" srcId="{13262080-D245-414C-8960-3967F97973B3}" destId="{315C619A-E303-4AA8-B2F4-C9CFFFE39A18}" srcOrd="0" destOrd="0" presId="urn:microsoft.com/office/officeart/2018/2/layout/IconLabelList"/>
    <dgm:cxn modelId="{8293EA60-782D-4336-852F-A8C0A06C7782}" type="presParOf" srcId="{13262080-D245-414C-8960-3967F97973B3}" destId="{CE52A399-3096-4681-B783-9A063DE36B87}" srcOrd="1" destOrd="0" presId="urn:microsoft.com/office/officeart/2018/2/layout/IconLabelList"/>
    <dgm:cxn modelId="{DC00511A-B7C7-40C4-AD0E-EBD5CBF9D944}" type="presParOf" srcId="{13262080-D245-414C-8960-3967F97973B3}" destId="{498A32F4-5AD0-4186-A4DE-2B5B6432AA9B}" srcOrd="2" destOrd="0" presId="urn:microsoft.com/office/officeart/2018/2/layout/IconLabelList"/>
    <dgm:cxn modelId="{E1621116-A0DB-4621-88F6-B32E66049BA2}" type="presParOf" srcId="{647F907C-A7E6-40D6-91DC-52E0EF48A72E}" destId="{2E71C166-1F39-4544-A569-B448F70285CA}" srcOrd="7" destOrd="0" presId="urn:microsoft.com/office/officeart/2018/2/layout/IconLabelList"/>
    <dgm:cxn modelId="{E4BAD95E-E7BA-4C2E-BFCD-A06A8AAA7379}" type="presParOf" srcId="{647F907C-A7E6-40D6-91DC-52E0EF48A72E}" destId="{FEE8A54B-76C4-496C-83BA-21D3AAD5055B}" srcOrd="8" destOrd="0" presId="urn:microsoft.com/office/officeart/2018/2/layout/IconLabelList"/>
    <dgm:cxn modelId="{51B1E107-CF58-4831-9425-549574F3C42D}" type="presParOf" srcId="{FEE8A54B-76C4-496C-83BA-21D3AAD5055B}" destId="{6D9110A1-0104-4803-ACB7-370A4392DFBD}" srcOrd="0" destOrd="0" presId="urn:microsoft.com/office/officeart/2018/2/layout/IconLabelList"/>
    <dgm:cxn modelId="{BFE3F81E-FA8D-4734-947B-969F44EBF0D4}" type="presParOf" srcId="{FEE8A54B-76C4-496C-83BA-21D3AAD5055B}" destId="{2B6E1EC4-9EB9-4003-ACDC-432D6D611A2B}" srcOrd="1" destOrd="0" presId="urn:microsoft.com/office/officeart/2018/2/layout/IconLabelList"/>
    <dgm:cxn modelId="{454F2F93-CCCC-4833-9476-015EDBE8D079}" type="presParOf" srcId="{FEE8A54B-76C4-496C-83BA-21D3AAD5055B}" destId="{D5551626-0D5B-4B27-A860-E454DB63F31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CFB140-4C00-487F-800B-2BD0305DA841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E21923-29B8-49E3-B401-D8F154C77CD2}">
      <dgm:prSet/>
      <dgm:spPr/>
      <dgm:t>
        <a:bodyPr/>
        <a:lstStyle/>
        <a:p>
          <a:r>
            <a:rPr lang="en-GB"/>
            <a:t>Literature Review and Research</a:t>
          </a:r>
          <a:endParaRPr lang="en-US"/>
        </a:p>
      </dgm:t>
    </dgm:pt>
    <dgm:pt modelId="{5B92C0D5-ED9D-4AEB-A0A9-7CD430A8B61A}" type="parTrans" cxnId="{A6F0794E-69C4-4B82-AC4F-F14DE8D7693E}">
      <dgm:prSet/>
      <dgm:spPr/>
      <dgm:t>
        <a:bodyPr/>
        <a:lstStyle/>
        <a:p>
          <a:endParaRPr lang="en-US"/>
        </a:p>
      </dgm:t>
    </dgm:pt>
    <dgm:pt modelId="{F9601672-BB29-4BF4-A250-B1B0585A45AF}" type="sibTrans" cxnId="{A6F0794E-69C4-4B82-AC4F-F14DE8D7693E}">
      <dgm:prSet/>
      <dgm:spPr/>
      <dgm:t>
        <a:bodyPr/>
        <a:lstStyle/>
        <a:p>
          <a:endParaRPr lang="en-US"/>
        </a:p>
      </dgm:t>
    </dgm:pt>
    <dgm:pt modelId="{F29718EA-1B0E-486D-9C1D-CC1D48E3C665}">
      <dgm:prSet/>
      <dgm:spPr/>
      <dgm:t>
        <a:bodyPr/>
        <a:lstStyle/>
        <a:p>
          <a:r>
            <a:rPr lang="en-GB"/>
            <a:t>System Design and Planning</a:t>
          </a:r>
          <a:endParaRPr lang="en-US"/>
        </a:p>
      </dgm:t>
    </dgm:pt>
    <dgm:pt modelId="{30337BEA-7297-4119-9BB8-84F5D1C2B079}" type="parTrans" cxnId="{1FF64058-3F47-445B-9267-BDCD7C0322A1}">
      <dgm:prSet/>
      <dgm:spPr/>
      <dgm:t>
        <a:bodyPr/>
        <a:lstStyle/>
        <a:p>
          <a:endParaRPr lang="en-US"/>
        </a:p>
      </dgm:t>
    </dgm:pt>
    <dgm:pt modelId="{04E803D6-82CB-4DE2-93DF-C289E33E8312}" type="sibTrans" cxnId="{1FF64058-3F47-445B-9267-BDCD7C0322A1}">
      <dgm:prSet/>
      <dgm:spPr/>
      <dgm:t>
        <a:bodyPr/>
        <a:lstStyle/>
        <a:p>
          <a:endParaRPr lang="en-US"/>
        </a:p>
      </dgm:t>
    </dgm:pt>
    <dgm:pt modelId="{C4418AEB-3B5F-43FA-B829-B9550A84DADF}">
      <dgm:prSet/>
      <dgm:spPr/>
      <dgm:t>
        <a:bodyPr/>
        <a:lstStyle/>
        <a:p>
          <a:r>
            <a:rPr lang="en-GB"/>
            <a:t>System Conceptual Design</a:t>
          </a:r>
          <a:endParaRPr lang="en-US"/>
        </a:p>
      </dgm:t>
    </dgm:pt>
    <dgm:pt modelId="{7CE06D42-7E7D-4F5E-8D0F-2E85C375D491}" type="parTrans" cxnId="{147E4F75-7990-46AD-A8CD-E391ACFC7364}">
      <dgm:prSet/>
      <dgm:spPr/>
      <dgm:t>
        <a:bodyPr/>
        <a:lstStyle/>
        <a:p>
          <a:endParaRPr lang="en-US"/>
        </a:p>
      </dgm:t>
    </dgm:pt>
    <dgm:pt modelId="{4C92994D-3611-42C2-B0E7-2258A01388A5}" type="sibTrans" cxnId="{147E4F75-7990-46AD-A8CD-E391ACFC7364}">
      <dgm:prSet/>
      <dgm:spPr/>
      <dgm:t>
        <a:bodyPr/>
        <a:lstStyle/>
        <a:p>
          <a:endParaRPr lang="en-US"/>
        </a:p>
      </dgm:t>
    </dgm:pt>
    <dgm:pt modelId="{95385228-FF5B-4106-BA14-1F3AA4DC2A55}">
      <dgm:prSet/>
      <dgm:spPr/>
      <dgm:t>
        <a:bodyPr/>
        <a:lstStyle/>
        <a:p>
          <a:r>
            <a:rPr lang="en-US"/>
            <a:t>ML model selection</a:t>
          </a:r>
        </a:p>
      </dgm:t>
    </dgm:pt>
    <dgm:pt modelId="{06444436-67CA-42A9-9283-A46C902AA0DE}" type="parTrans" cxnId="{4751A4BE-E131-4A4B-96B0-62D6750E962B}">
      <dgm:prSet/>
      <dgm:spPr/>
      <dgm:t>
        <a:bodyPr/>
        <a:lstStyle/>
        <a:p>
          <a:endParaRPr lang="en-US"/>
        </a:p>
      </dgm:t>
    </dgm:pt>
    <dgm:pt modelId="{DBCACCD0-94AB-4A48-A87D-8AB2541F1341}" type="sibTrans" cxnId="{4751A4BE-E131-4A4B-96B0-62D6750E962B}">
      <dgm:prSet/>
      <dgm:spPr/>
      <dgm:t>
        <a:bodyPr/>
        <a:lstStyle/>
        <a:p>
          <a:endParaRPr lang="en-US"/>
        </a:p>
      </dgm:t>
    </dgm:pt>
    <dgm:pt modelId="{A0207296-C5AF-4007-B1BB-F1E743A00FD8}">
      <dgm:prSet/>
      <dgm:spPr/>
      <dgm:t>
        <a:bodyPr/>
        <a:lstStyle/>
        <a:p>
          <a:r>
            <a:rPr lang="en-US"/>
            <a:t>Virtual Network Building</a:t>
          </a:r>
        </a:p>
      </dgm:t>
    </dgm:pt>
    <dgm:pt modelId="{612EF5EA-17C7-466C-8F64-F649952B8F1E}" type="parTrans" cxnId="{E0941C24-57CC-4E28-830E-BD28C2178CC7}">
      <dgm:prSet/>
      <dgm:spPr/>
      <dgm:t>
        <a:bodyPr/>
        <a:lstStyle/>
        <a:p>
          <a:endParaRPr lang="en-US"/>
        </a:p>
      </dgm:t>
    </dgm:pt>
    <dgm:pt modelId="{23D5B3BC-5FE5-40EF-B0BB-8F0699E6E131}" type="sibTrans" cxnId="{E0941C24-57CC-4E28-830E-BD28C2178CC7}">
      <dgm:prSet/>
      <dgm:spPr/>
      <dgm:t>
        <a:bodyPr/>
        <a:lstStyle/>
        <a:p>
          <a:endParaRPr lang="en-US"/>
        </a:p>
      </dgm:t>
    </dgm:pt>
    <dgm:pt modelId="{3F1D41BC-8BDA-4148-B63C-FE249744011D}">
      <dgm:prSet/>
      <dgm:spPr/>
      <dgm:t>
        <a:bodyPr/>
        <a:lstStyle/>
        <a:p>
          <a:r>
            <a:rPr lang="en-GB"/>
            <a:t>Real-Time Monitoring and ML model training</a:t>
          </a:r>
          <a:endParaRPr lang="en-US"/>
        </a:p>
      </dgm:t>
    </dgm:pt>
    <dgm:pt modelId="{CA267B5B-DE6D-43A8-A58A-E15E93142A71}" type="parTrans" cxnId="{95C77298-3B9D-475E-A69A-848DFAA4B61C}">
      <dgm:prSet/>
      <dgm:spPr/>
      <dgm:t>
        <a:bodyPr/>
        <a:lstStyle/>
        <a:p>
          <a:endParaRPr lang="en-US"/>
        </a:p>
      </dgm:t>
    </dgm:pt>
    <dgm:pt modelId="{08A40C54-E7C8-4907-9013-34578398761E}" type="sibTrans" cxnId="{95C77298-3B9D-475E-A69A-848DFAA4B61C}">
      <dgm:prSet/>
      <dgm:spPr/>
      <dgm:t>
        <a:bodyPr/>
        <a:lstStyle/>
        <a:p>
          <a:endParaRPr lang="en-US"/>
        </a:p>
      </dgm:t>
    </dgm:pt>
    <dgm:pt modelId="{527A50DD-D96B-4E18-988B-E95670B29ADD}">
      <dgm:prSet/>
      <dgm:spPr/>
      <dgm:t>
        <a:bodyPr/>
        <a:lstStyle/>
        <a:p>
          <a:r>
            <a:rPr lang="en-GB"/>
            <a:t>Testing and Validation</a:t>
          </a:r>
          <a:endParaRPr lang="en-US"/>
        </a:p>
      </dgm:t>
    </dgm:pt>
    <dgm:pt modelId="{1D7A643F-6329-4FE2-A4E2-8A9215BCBEC1}" type="parTrans" cxnId="{E1B76D44-86F0-4EE4-8164-99173934BD02}">
      <dgm:prSet/>
      <dgm:spPr/>
      <dgm:t>
        <a:bodyPr/>
        <a:lstStyle/>
        <a:p>
          <a:endParaRPr lang="en-US"/>
        </a:p>
      </dgm:t>
    </dgm:pt>
    <dgm:pt modelId="{979852FF-3E99-40FB-8509-F7CDD6EFC1F1}" type="sibTrans" cxnId="{E1B76D44-86F0-4EE4-8164-99173934BD02}">
      <dgm:prSet/>
      <dgm:spPr/>
      <dgm:t>
        <a:bodyPr/>
        <a:lstStyle/>
        <a:p>
          <a:endParaRPr lang="en-US"/>
        </a:p>
      </dgm:t>
    </dgm:pt>
    <dgm:pt modelId="{EEBFF505-8A25-4D3D-8425-2E2F670648A4}" type="pres">
      <dgm:prSet presAssocID="{B4CFB140-4C00-487F-800B-2BD0305DA841}" presName="Name0" presStyleCnt="0">
        <dgm:presLayoutVars>
          <dgm:dir/>
          <dgm:resizeHandles/>
        </dgm:presLayoutVars>
      </dgm:prSet>
      <dgm:spPr/>
    </dgm:pt>
    <dgm:pt modelId="{58FBDB80-8AF3-4369-A87D-705D8A3D48DF}" type="pres">
      <dgm:prSet presAssocID="{E5E21923-29B8-49E3-B401-D8F154C77CD2}" presName="compNode" presStyleCnt="0"/>
      <dgm:spPr/>
    </dgm:pt>
    <dgm:pt modelId="{DBB2CCDF-4A49-45F8-8313-667E0D1914FB}" type="pres">
      <dgm:prSet presAssocID="{E5E21923-29B8-49E3-B401-D8F154C77CD2}" presName="dummyConnPt" presStyleCnt="0"/>
      <dgm:spPr/>
    </dgm:pt>
    <dgm:pt modelId="{71097601-ECEF-4ED2-BA32-4F71215D8E09}" type="pres">
      <dgm:prSet presAssocID="{E5E21923-29B8-49E3-B401-D8F154C77CD2}" presName="node" presStyleLbl="node1" presStyleIdx="0" presStyleCnt="7">
        <dgm:presLayoutVars>
          <dgm:bulletEnabled val="1"/>
        </dgm:presLayoutVars>
      </dgm:prSet>
      <dgm:spPr/>
    </dgm:pt>
    <dgm:pt modelId="{D554ABDB-C3F1-46EA-B4CE-B079861B1CE3}" type="pres">
      <dgm:prSet presAssocID="{F9601672-BB29-4BF4-A250-B1B0585A45AF}" presName="sibTrans" presStyleLbl="bgSibTrans2D1" presStyleIdx="0" presStyleCnt="6"/>
      <dgm:spPr/>
    </dgm:pt>
    <dgm:pt modelId="{DC711F26-0530-49BE-87B1-5096B60BB923}" type="pres">
      <dgm:prSet presAssocID="{F29718EA-1B0E-486D-9C1D-CC1D48E3C665}" presName="compNode" presStyleCnt="0"/>
      <dgm:spPr/>
    </dgm:pt>
    <dgm:pt modelId="{43756248-C681-4AA1-99DE-E866A622A20A}" type="pres">
      <dgm:prSet presAssocID="{F29718EA-1B0E-486D-9C1D-CC1D48E3C665}" presName="dummyConnPt" presStyleCnt="0"/>
      <dgm:spPr/>
    </dgm:pt>
    <dgm:pt modelId="{63AA2784-C4D7-42EA-8B07-096F33E210FB}" type="pres">
      <dgm:prSet presAssocID="{F29718EA-1B0E-486D-9C1D-CC1D48E3C665}" presName="node" presStyleLbl="node1" presStyleIdx="1" presStyleCnt="7">
        <dgm:presLayoutVars>
          <dgm:bulletEnabled val="1"/>
        </dgm:presLayoutVars>
      </dgm:prSet>
      <dgm:spPr/>
    </dgm:pt>
    <dgm:pt modelId="{9324C34D-2CE7-49AB-81A2-BE9263CC2175}" type="pres">
      <dgm:prSet presAssocID="{04E803D6-82CB-4DE2-93DF-C289E33E8312}" presName="sibTrans" presStyleLbl="bgSibTrans2D1" presStyleIdx="1" presStyleCnt="6"/>
      <dgm:spPr/>
    </dgm:pt>
    <dgm:pt modelId="{3F2E11DB-F908-444C-8F8A-A2F4CE47B13D}" type="pres">
      <dgm:prSet presAssocID="{C4418AEB-3B5F-43FA-B829-B9550A84DADF}" presName="compNode" presStyleCnt="0"/>
      <dgm:spPr/>
    </dgm:pt>
    <dgm:pt modelId="{E6C1BEF1-887E-4751-B703-16A4347F7DD6}" type="pres">
      <dgm:prSet presAssocID="{C4418AEB-3B5F-43FA-B829-B9550A84DADF}" presName="dummyConnPt" presStyleCnt="0"/>
      <dgm:spPr/>
    </dgm:pt>
    <dgm:pt modelId="{6FB860B2-F611-4003-8B8C-815132B7AC2A}" type="pres">
      <dgm:prSet presAssocID="{C4418AEB-3B5F-43FA-B829-B9550A84DADF}" presName="node" presStyleLbl="node1" presStyleIdx="2" presStyleCnt="7">
        <dgm:presLayoutVars>
          <dgm:bulletEnabled val="1"/>
        </dgm:presLayoutVars>
      </dgm:prSet>
      <dgm:spPr/>
    </dgm:pt>
    <dgm:pt modelId="{94C64474-8B77-4D6C-A207-9342286B1CA9}" type="pres">
      <dgm:prSet presAssocID="{4C92994D-3611-42C2-B0E7-2258A01388A5}" presName="sibTrans" presStyleLbl="bgSibTrans2D1" presStyleIdx="2" presStyleCnt="6"/>
      <dgm:spPr/>
    </dgm:pt>
    <dgm:pt modelId="{50CB863B-1509-487A-A129-AA564C72B43D}" type="pres">
      <dgm:prSet presAssocID="{95385228-FF5B-4106-BA14-1F3AA4DC2A55}" presName="compNode" presStyleCnt="0"/>
      <dgm:spPr/>
    </dgm:pt>
    <dgm:pt modelId="{D2C11B95-EB19-4FFB-AB1E-E3A15B19A26D}" type="pres">
      <dgm:prSet presAssocID="{95385228-FF5B-4106-BA14-1F3AA4DC2A55}" presName="dummyConnPt" presStyleCnt="0"/>
      <dgm:spPr/>
    </dgm:pt>
    <dgm:pt modelId="{A18A66C8-5BC1-4353-9BE2-82DE890C0D0B}" type="pres">
      <dgm:prSet presAssocID="{95385228-FF5B-4106-BA14-1F3AA4DC2A55}" presName="node" presStyleLbl="node1" presStyleIdx="3" presStyleCnt="7">
        <dgm:presLayoutVars>
          <dgm:bulletEnabled val="1"/>
        </dgm:presLayoutVars>
      </dgm:prSet>
      <dgm:spPr/>
    </dgm:pt>
    <dgm:pt modelId="{8413376B-6AD0-4287-A8F3-E1BCCD0F06FC}" type="pres">
      <dgm:prSet presAssocID="{DBCACCD0-94AB-4A48-A87D-8AB2541F1341}" presName="sibTrans" presStyleLbl="bgSibTrans2D1" presStyleIdx="3" presStyleCnt="6"/>
      <dgm:spPr/>
    </dgm:pt>
    <dgm:pt modelId="{0DDBA48A-54DF-436A-BD47-A8C5E8B25C01}" type="pres">
      <dgm:prSet presAssocID="{A0207296-C5AF-4007-B1BB-F1E743A00FD8}" presName="compNode" presStyleCnt="0"/>
      <dgm:spPr/>
    </dgm:pt>
    <dgm:pt modelId="{9699F314-E252-43D4-B844-BFE096496B89}" type="pres">
      <dgm:prSet presAssocID="{A0207296-C5AF-4007-B1BB-F1E743A00FD8}" presName="dummyConnPt" presStyleCnt="0"/>
      <dgm:spPr/>
    </dgm:pt>
    <dgm:pt modelId="{1163AA4E-FA1C-4A77-BB0B-F4EFA9FD59E8}" type="pres">
      <dgm:prSet presAssocID="{A0207296-C5AF-4007-B1BB-F1E743A00FD8}" presName="node" presStyleLbl="node1" presStyleIdx="4" presStyleCnt="7">
        <dgm:presLayoutVars>
          <dgm:bulletEnabled val="1"/>
        </dgm:presLayoutVars>
      </dgm:prSet>
      <dgm:spPr/>
    </dgm:pt>
    <dgm:pt modelId="{BE07A8F5-9D4D-4A4A-8D3F-FCACFDE1E9F9}" type="pres">
      <dgm:prSet presAssocID="{23D5B3BC-5FE5-40EF-B0BB-8F0699E6E131}" presName="sibTrans" presStyleLbl="bgSibTrans2D1" presStyleIdx="4" presStyleCnt="6"/>
      <dgm:spPr/>
    </dgm:pt>
    <dgm:pt modelId="{57C8B18B-46AD-493C-AA4A-718C01ED3E20}" type="pres">
      <dgm:prSet presAssocID="{3F1D41BC-8BDA-4148-B63C-FE249744011D}" presName="compNode" presStyleCnt="0"/>
      <dgm:spPr/>
    </dgm:pt>
    <dgm:pt modelId="{E92B069C-19E8-46D1-936E-50299C0D97A1}" type="pres">
      <dgm:prSet presAssocID="{3F1D41BC-8BDA-4148-B63C-FE249744011D}" presName="dummyConnPt" presStyleCnt="0"/>
      <dgm:spPr/>
    </dgm:pt>
    <dgm:pt modelId="{CA7BD311-5B2C-43A9-A52A-B1922F41A836}" type="pres">
      <dgm:prSet presAssocID="{3F1D41BC-8BDA-4148-B63C-FE249744011D}" presName="node" presStyleLbl="node1" presStyleIdx="5" presStyleCnt="7">
        <dgm:presLayoutVars>
          <dgm:bulletEnabled val="1"/>
        </dgm:presLayoutVars>
      </dgm:prSet>
      <dgm:spPr/>
    </dgm:pt>
    <dgm:pt modelId="{4156162E-C9DE-4AA2-BA58-564717BC3780}" type="pres">
      <dgm:prSet presAssocID="{08A40C54-E7C8-4907-9013-34578398761E}" presName="sibTrans" presStyleLbl="bgSibTrans2D1" presStyleIdx="5" presStyleCnt="6"/>
      <dgm:spPr/>
    </dgm:pt>
    <dgm:pt modelId="{BE1C6C60-68D6-46E7-8E23-8741088BAA5D}" type="pres">
      <dgm:prSet presAssocID="{527A50DD-D96B-4E18-988B-E95670B29ADD}" presName="compNode" presStyleCnt="0"/>
      <dgm:spPr/>
    </dgm:pt>
    <dgm:pt modelId="{987CFD6B-2ED2-4624-831E-B1C140BCF08A}" type="pres">
      <dgm:prSet presAssocID="{527A50DD-D96B-4E18-988B-E95670B29ADD}" presName="dummyConnPt" presStyleCnt="0"/>
      <dgm:spPr/>
    </dgm:pt>
    <dgm:pt modelId="{35F54291-A0D4-4D3C-BF0D-84F307843A15}" type="pres">
      <dgm:prSet presAssocID="{527A50DD-D96B-4E18-988B-E95670B29ADD}" presName="node" presStyleLbl="node1" presStyleIdx="6" presStyleCnt="7">
        <dgm:presLayoutVars>
          <dgm:bulletEnabled val="1"/>
        </dgm:presLayoutVars>
      </dgm:prSet>
      <dgm:spPr/>
    </dgm:pt>
  </dgm:ptLst>
  <dgm:cxnLst>
    <dgm:cxn modelId="{47077703-1F2C-474E-991F-EC05FAD35CD8}" type="presOf" srcId="{E5E21923-29B8-49E3-B401-D8F154C77CD2}" destId="{71097601-ECEF-4ED2-BA32-4F71215D8E09}" srcOrd="0" destOrd="0" presId="urn:microsoft.com/office/officeart/2005/8/layout/bProcess4"/>
    <dgm:cxn modelId="{8934560A-3CBD-4262-B7F7-7B63CFC70AF3}" type="presOf" srcId="{04E803D6-82CB-4DE2-93DF-C289E33E8312}" destId="{9324C34D-2CE7-49AB-81A2-BE9263CC2175}" srcOrd="0" destOrd="0" presId="urn:microsoft.com/office/officeart/2005/8/layout/bProcess4"/>
    <dgm:cxn modelId="{8823E911-B81C-4D75-8337-647F4959A03D}" type="presOf" srcId="{DBCACCD0-94AB-4A48-A87D-8AB2541F1341}" destId="{8413376B-6AD0-4287-A8F3-E1BCCD0F06FC}" srcOrd="0" destOrd="0" presId="urn:microsoft.com/office/officeart/2005/8/layout/bProcess4"/>
    <dgm:cxn modelId="{50AC0913-B622-4EF1-BD9C-2B6F2AC07B1C}" type="presOf" srcId="{C4418AEB-3B5F-43FA-B829-B9550A84DADF}" destId="{6FB860B2-F611-4003-8B8C-815132B7AC2A}" srcOrd="0" destOrd="0" presId="urn:microsoft.com/office/officeart/2005/8/layout/bProcess4"/>
    <dgm:cxn modelId="{E0941C24-57CC-4E28-830E-BD28C2178CC7}" srcId="{B4CFB140-4C00-487F-800B-2BD0305DA841}" destId="{A0207296-C5AF-4007-B1BB-F1E743A00FD8}" srcOrd="4" destOrd="0" parTransId="{612EF5EA-17C7-466C-8F64-F649952B8F1E}" sibTransId="{23D5B3BC-5FE5-40EF-B0BB-8F0699E6E131}"/>
    <dgm:cxn modelId="{343DE327-951F-4E61-B7E7-7543560947D3}" type="presOf" srcId="{23D5B3BC-5FE5-40EF-B0BB-8F0699E6E131}" destId="{BE07A8F5-9D4D-4A4A-8D3F-FCACFDE1E9F9}" srcOrd="0" destOrd="0" presId="urn:microsoft.com/office/officeart/2005/8/layout/bProcess4"/>
    <dgm:cxn modelId="{F0A9CE2B-D6E1-4A04-AF27-1ED6D8F68A8F}" type="presOf" srcId="{08A40C54-E7C8-4907-9013-34578398761E}" destId="{4156162E-C9DE-4AA2-BA58-564717BC3780}" srcOrd="0" destOrd="0" presId="urn:microsoft.com/office/officeart/2005/8/layout/bProcess4"/>
    <dgm:cxn modelId="{F917CA39-6851-4370-8997-7D8DAC4E91AC}" type="presOf" srcId="{B4CFB140-4C00-487F-800B-2BD0305DA841}" destId="{EEBFF505-8A25-4D3D-8425-2E2F670648A4}" srcOrd="0" destOrd="0" presId="urn:microsoft.com/office/officeart/2005/8/layout/bProcess4"/>
    <dgm:cxn modelId="{580B2563-0BC1-4432-BED4-7F8A7E6F3473}" type="presOf" srcId="{95385228-FF5B-4106-BA14-1F3AA4DC2A55}" destId="{A18A66C8-5BC1-4353-9BE2-82DE890C0D0B}" srcOrd="0" destOrd="0" presId="urn:microsoft.com/office/officeart/2005/8/layout/bProcess4"/>
    <dgm:cxn modelId="{3CAA6D44-694B-4747-9FFB-9633D906E8EC}" type="presOf" srcId="{4C92994D-3611-42C2-B0E7-2258A01388A5}" destId="{94C64474-8B77-4D6C-A207-9342286B1CA9}" srcOrd="0" destOrd="0" presId="urn:microsoft.com/office/officeart/2005/8/layout/bProcess4"/>
    <dgm:cxn modelId="{E1B76D44-86F0-4EE4-8164-99173934BD02}" srcId="{B4CFB140-4C00-487F-800B-2BD0305DA841}" destId="{527A50DD-D96B-4E18-988B-E95670B29ADD}" srcOrd="6" destOrd="0" parTransId="{1D7A643F-6329-4FE2-A4E2-8A9215BCBEC1}" sibTransId="{979852FF-3E99-40FB-8509-F7CDD6EFC1F1}"/>
    <dgm:cxn modelId="{AEEC3869-B57E-42A6-8BFC-AC6F094C812C}" type="presOf" srcId="{A0207296-C5AF-4007-B1BB-F1E743A00FD8}" destId="{1163AA4E-FA1C-4A77-BB0B-F4EFA9FD59E8}" srcOrd="0" destOrd="0" presId="urn:microsoft.com/office/officeart/2005/8/layout/bProcess4"/>
    <dgm:cxn modelId="{A6F0794E-69C4-4B82-AC4F-F14DE8D7693E}" srcId="{B4CFB140-4C00-487F-800B-2BD0305DA841}" destId="{E5E21923-29B8-49E3-B401-D8F154C77CD2}" srcOrd="0" destOrd="0" parTransId="{5B92C0D5-ED9D-4AEB-A0A9-7CD430A8B61A}" sibTransId="{F9601672-BB29-4BF4-A250-B1B0585A45AF}"/>
    <dgm:cxn modelId="{147E4F75-7990-46AD-A8CD-E391ACFC7364}" srcId="{B4CFB140-4C00-487F-800B-2BD0305DA841}" destId="{C4418AEB-3B5F-43FA-B829-B9550A84DADF}" srcOrd="2" destOrd="0" parTransId="{7CE06D42-7E7D-4F5E-8D0F-2E85C375D491}" sibTransId="{4C92994D-3611-42C2-B0E7-2258A01388A5}"/>
    <dgm:cxn modelId="{1FF64058-3F47-445B-9267-BDCD7C0322A1}" srcId="{B4CFB140-4C00-487F-800B-2BD0305DA841}" destId="{F29718EA-1B0E-486D-9C1D-CC1D48E3C665}" srcOrd="1" destOrd="0" parTransId="{30337BEA-7297-4119-9BB8-84F5D1C2B079}" sibTransId="{04E803D6-82CB-4DE2-93DF-C289E33E8312}"/>
    <dgm:cxn modelId="{95C77298-3B9D-475E-A69A-848DFAA4B61C}" srcId="{B4CFB140-4C00-487F-800B-2BD0305DA841}" destId="{3F1D41BC-8BDA-4148-B63C-FE249744011D}" srcOrd="5" destOrd="0" parTransId="{CA267B5B-DE6D-43A8-A58A-E15E93142A71}" sibTransId="{08A40C54-E7C8-4907-9013-34578398761E}"/>
    <dgm:cxn modelId="{6E1889B1-44A2-4F47-858C-476DE123B6D2}" type="presOf" srcId="{3F1D41BC-8BDA-4148-B63C-FE249744011D}" destId="{CA7BD311-5B2C-43A9-A52A-B1922F41A836}" srcOrd="0" destOrd="0" presId="urn:microsoft.com/office/officeart/2005/8/layout/bProcess4"/>
    <dgm:cxn modelId="{4751A4BE-E131-4A4B-96B0-62D6750E962B}" srcId="{B4CFB140-4C00-487F-800B-2BD0305DA841}" destId="{95385228-FF5B-4106-BA14-1F3AA4DC2A55}" srcOrd="3" destOrd="0" parTransId="{06444436-67CA-42A9-9283-A46C902AA0DE}" sibTransId="{DBCACCD0-94AB-4A48-A87D-8AB2541F1341}"/>
    <dgm:cxn modelId="{D8C95BC4-0CBA-4A1A-9EF1-928E5566FEDC}" type="presOf" srcId="{F29718EA-1B0E-486D-9C1D-CC1D48E3C665}" destId="{63AA2784-C4D7-42EA-8B07-096F33E210FB}" srcOrd="0" destOrd="0" presId="urn:microsoft.com/office/officeart/2005/8/layout/bProcess4"/>
    <dgm:cxn modelId="{45CAB4D6-D912-4BEC-B567-EC3B8F69E9E5}" type="presOf" srcId="{F9601672-BB29-4BF4-A250-B1B0585A45AF}" destId="{D554ABDB-C3F1-46EA-B4CE-B079861B1CE3}" srcOrd="0" destOrd="0" presId="urn:microsoft.com/office/officeart/2005/8/layout/bProcess4"/>
    <dgm:cxn modelId="{F6371EE0-5D81-466C-8DF1-B3EE956DCEF3}" type="presOf" srcId="{527A50DD-D96B-4E18-988B-E95670B29ADD}" destId="{35F54291-A0D4-4D3C-BF0D-84F307843A15}" srcOrd="0" destOrd="0" presId="urn:microsoft.com/office/officeart/2005/8/layout/bProcess4"/>
    <dgm:cxn modelId="{05E61583-CAA1-4667-B85D-E19AA36F67B9}" type="presParOf" srcId="{EEBFF505-8A25-4D3D-8425-2E2F670648A4}" destId="{58FBDB80-8AF3-4369-A87D-705D8A3D48DF}" srcOrd="0" destOrd="0" presId="urn:microsoft.com/office/officeart/2005/8/layout/bProcess4"/>
    <dgm:cxn modelId="{46F8D385-4AFD-4CD9-AB64-8FB946D3808E}" type="presParOf" srcId="{58FBDB80-8AF3-4369-A87D-705D8A3D48DF}" destId="{DBB2CCDF-4A49-45F8-8313-667E0D1914FB}" srcOrd="0" destOrd="0" presId="urn:microsoft.com/office/officeart/2005/8/layout/bProcess4"/>
    <dgm:cxn modelId="{0B852325-A96B-4979-8D44-DCD296AD618D}" type="presParOf" srcId="{58FBDB80-8AF3-4369-A87D-705D8A3D48DF}" destId="{71097601-ECEF-4ED2-BA32-4F71215D8E09}" srcOrd="1" destOrd="0" presId="urn:microsoft.com/office/officeart/2005/8/layout/bProcess4"/>
    <dgm:cxn modelId="{43982DD9-8747-448E-BD35-93A8A630CA30}" type="presParOf" srcId="{EEBFF505-8A25-4D3D-8425-2E2F670648A4}" destId="{D554ABDB-C3F1-46EA-B4CE-B079861B1CE3}" srcOrd="1" destOrd="0" presId="urn:microsoft.com/office/officeart/2005/8/layout/bProcess4"/>
    <dgm:cxn modelId="{6EE9667D-53BE-417F-B807-E4FBF3EE1D5A}" type="presParOf" srcId="{EEBFF505-8A25-4D3D-8425-2E2F670648A4}" destId="{DC711F26-0530-49BE-87B1-5096B60BB923}" srcOrd="2" destOrd="0" presId="urn:microsoft.com/office/officeart/2005/8/layout/bProcess4"/>
    <dgm:cxn modelId="{ACA0168B-9958-4FB1-8D6C-79F9E462196F}" type="presParOf" srcId="{DC711F26-0530-49BE-87B1-5096B60BB923}" destId="{43756248-C681-4AA1-99DE-E866A622A20A}" srcOrd="0" destOrd="0" presId="urn:microsoft.com/office/officeart/2005/8/layout/bProcess4"/>
    <dgm:cxn modelId="{D15A91A8-EE11-4D3F-9734-676A10D8436E}" type="presParOf" srcId="{DC711F26-0530-49BE-87B1-5096B60BB923}" destId="{63AA2784-C4D7-42EA-8B07-096F33E210FB}" srcOrd="1" destOrd="0" presId="urn:microsoft.com/office/officeart/2005/8/layout/bProcess4"/>
    <dgm:cxn modelId="{D67DAFCA-6D27-42A4-8D4B-C17B95C16EE8}" type="presParOf" srcId="{EEBFF505-8A25-4D3D-8425-2E2F670648A4}" destId="{9324C34D-2CE7-49AB-81A2-BE9263CC2175}" srcOrd="3" destOrd="0" presId="urn:microsoft.com/office/officeart/2005/8/layout/bProcess4"/>
    <dgm:cxn modelId="{D0881591-0295-40C7-871B-D930312FD26E}" type="presParOf" srcId="{EEBFF505-8A25-4D3D-8425-2E2F670648A4}" destId="{3F2E11DB-F908-444C-8F8A-A2F4CE47B13D}" srcOrd="4" destOrd="0" presId="urn:microsoft.com/office/officeart/2005/8/layout/bProcess4"/>
    <dgm:cxn modelId="{FE31315B-1805-4A4A-B505-A65F36ECD788}" type="presParOf" srcId="{3F2E11DB-F908-444C-8F8A-A2F4CE47B13D}" destId="{E6C1BEF1-887E-4751-B703-16A4347F7DD6}" srcOrd="0" destOrd="0" presId="urn:microsoft.com/office/officeart/2005/8/layout/bProcess4"/>
    <dgm:cxn modelId="{6E4D9B3A-4B9D-4B3C-85FC-6B593452B403}" type="presParOf" srcId="{3F2E11DB-F908-444C-8F8A-A2F4CE47B13D}" destId="{6FB860B2-F611-4003-8B8C-815132B7AC2A}" srcOrd="1" destOrd="0" presId="urn:microsoft.com/office/officeart/2005/8/layout/bProcess4"/>
    <dgm:cxn modelId="{6D7F787B-122F-42C5-99D1-D0E79E92887E}" type="presParOf" srcId="{EEBFF505-8A25-4D3D-8425-2E2F670648A4}" destId="{94C64474-8B77-4D6C-A207-9342286B1CA9}" srcOrd="5" destOrd="0" presId="urn:microsoft.com/office/officeart/2005/8/layout/bProcess4"/>
    <dgm:cxn modelId="{2FD8C7AA-54BA-4841-9A61-4087B5E3152B}" type="presParOf" srcId="{EEBFF505-8A25-4D3D-8425-2E2F670648A4}" destId="{50CB863B-1509-487A-A129-AA564C72B43D}" srcOrd="6" destOrd="0" presId="urn:microsoft.com/office/officeart/2005/8/layout/bProcess4"/>
    <dgm:cxn modelId="{9CA55965-536D-43AE-A676-9F377C8C565A}" type="presParOf" srcId="{50CB863B-1509-487A-A129-AA564C72B43D}" destId="{D2C11B95-EB19-4FFB-AB1E-E3A15B19A26D}" srcOrd="0" destOrd="0" presId="urn:microsoft.com/office/officeart/2005/8/layout/bProcess4"/>
    <dgm:cxn modelId="{47698AFE-9BF4-48AF-B97A-D4AEFE839E2C}" type="presParOf" srcId="{50CB863B-1509-487A-A129-AA564C72B43D}" destId="{A18A66C8-5BC1-4353-9BE2-82DE890C0D0B}" srcOrd="1" destOrd="0" presId="urn:microsoft.com/office/officeart/2005/8/layout/bProcess4"/>
    <dgm:cxn modelId="{92ACC935-FF00-416D-B57A-A92410E37817}" type="presParOf" srcId="{EEBFF505-8A25-4D3D-8425-2E2F670648A4}" destId="{8413376B-6AD0-4287-A8F3-E1BCCD0F06FC}" srcOrd="7" destOrd="0" presId="urn:microsoft.com/office/officeart/2005/8/layout/bProcess4"/>
    <dgm:cxn modelId="{C0314882-47C3-4F6C-B032-BA8F56D2B671}" type="presParOf" srcId="{EEBFF505-8A25-4D3D-8425-2E2F670648A4}" destId="{0DDBA48A-54DF-436A-BD47-A8C5E8B25C01}" srcOrd="8" destOrd="0" presId="urn:microsoft.com/office/officeart/2005/8/layout/bProcess4"/>
    <dgm:cxn modelId="{81350508-A02D-4416-9789-93A70370F909}" type="presParOf" srcId="{0DDBA48A-54DF-436A-BD47-A8C5E8B25C01}" destId="{9699F314-E252-43D4-B844-BFE096496B89}" srcOrd="0" destOrd="0" presId="urn:microsoft.com/office/officeart/2005/8/layout/bProcess4"/>
    <dgm:cxn modelId="{0EF7F73D-0C5E-4695-997F-D401F3120AA7}" type="presParOf" srcId="{0DDBA48A-54DF-436A-BD47-A8C5E8B25C01}" destId="{1163AA4E-FA1C-4A77-BB0B-F4EFA9FD59E8}" srcOrd="1" destOrd="0" presId="urn:microsoft.com/office/officeart/2005/8/layout/bProcess4"/>
    <dgm:cxn modelId="{B513C8D0-6B8E-4A06-A7CF-49E2233F2BF8}" type="presParOf" srcId="{EEBFF505-8A25-4D3D-8425-2E2F670648A4}" destId="{BE07A8F5-9D4D-4A4A-8D3F-FCACFDE1E9F9}" srcOrd="9" destOrd="0" presId="urn:microsoft.com/office/officeart/2005/8/layout/bProcess4"/>
    <dgm:cxn modelId="{0B4C4D1F-7CE0-4DF5-A8AF-723425118F3F}" type="presParOf" srcId="{EEBFF505-8A25-4D3D-8425-2E2F670648A4}" destId="{57C8B18B-46AD-493C-AA4A-718C01ED3E20}" srcOrd="10" destOrd="0" presId="urn:microsoft.com/office/officeart/2005/8/layout/bProcess4"/>
    <dgm:cxn modelId="{AE685933-5D0E-498F-8BDC-2886615BB615}" type="presParOf" srcId="{57C8B18B-46AD-493C-AA4A-718C01ED3E20}" destId="{E92B069C-19E8-46D1-936E-50299C0D97A1}" srcOrd="0" destOrd="0" presId="urn:microsoft.com/office/officeart/2005/8/layout/bProcess4"/>
    <dgm:cxn modelId="{60B76900-7FA2-45BB-9599-ACFC38C03C8E}" type="presParOf" srcId="{57C8B18B-46AD-493C-AA4A-718C01ED3E20}" destId="{CA7BD311-5B2C-43A9-A52A-B1922F41A836}" srcOrd="1" destOrd="0" presId="urn:microsoft.com/office/officeart/2005/8/layout/bProcess4"/>
    <dgm:cxn modelId="{7EFC1723-E510-4C19-9B84-EA3CA31D539D}" type="presParOf" srcId="{EEBFF505-8A25-4D3D-8425-2E2F670648A4}" destId="{4156162E-C9DE-4AA2-BA58-564717BC3780}" srcOrd="11" destOrd="0" presId="urn:microsoft.com/office/officeart/2005/8/layout/bProcess4"/>
    <dgm:cxn modelId="{1C5AED1C-FEE4-4D01-BF28-0657144A156F}" type="presParOf" srcId="{EEBFF505-8A25-4D3D-8425-2E2F670648A4}" destId="{BE1C6C60-68D6-46E7-8E23-8741088BAA5D}" srcOrd="12" destOrd="0" presId="urn:microsoft.com/office/officeart/2005/8/layout/bProcess4"/>
    <dgm:cxn modelId="{476F0AEF-21EC-4123-9EE7-863D915F0661}" type="presParOf" srcId="{BE1C6C60-68D6-46E7-8E23-8741088BAA5D}" destId="{987CFD6B-2ED2-4624-831E-B1C140BCF08A}" srcOrd="0" destOrd="0" presId="urn:microsoft.com/office/officeart/2005/8/layout/bProcess4"/>
    <dgm:cxn modelId="{F7E14CE3-68B8-4EFD-8FF1-4215E493D859}" type="presParOf" srcId="{BE1C6C60-68D6-46E7-8E23-8741088BAA5D}" destId="{35F54291-A0D4-4D3C-BF0D-84F307843A15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6EF6051-237F-4AE4-A3F4-9AAFB4C79F7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3CF4DD8-913A-4AD5-9F2F-4E3F9B77C450}">
      <dgm:prSet/>
      <dgm:spPr/>
      <dgm:t>
        <a:bodyPr/>
        <a:lstStyle/>
        <a:p>
          <a:r>
            <a:rPr lang="en-US"/>
            <a:t>Unclean data</a:t>
          </a:r>
        </a:p>
      </dgm:t>
    </dgm:pt>
    <dgm:pt modelId="{5DAF9849-09BD-454E-BA0F-C3BF46AB91A5}" type="parTrans" cxnId="{B27CE7A5-5BE0-4B54-A41F-70B46FEB8749}">
      <dgm:prSet/>
      <dgm:spPr/>
      <dgm:t>
        <a:bodyPr/>
        <a:lstStyle/>
        <a:p>
          <a:endParaRPr lang="en-US"/>
        </a:p>
      </dgm:t>
    </dgm:pt>
    <dgm:pt modelId="{4DE0BD76-43DF-42E9-90AE-DA15BEE10968}" type="sibTrans" cxnId="{B27CE7A5-5BE0-4B54-A41F-70B46FEB8749}">
      <dgm:prSet/>
      <dgm:spPr/>
      <dgm:t>
        <a:bodyPr/>
        <a:lstStyle/>
        <a:p>
          <a:endParaRPr lang="en-US"/>
        </a:p>
      </dgm:t>
    </dgm:pt>
    <dgm:pt modelId="{7F8373D5-6436-4383-99DB-7BEBF0DECCED}">
      <dgm:prSet/>
      <dgm:spPr/>
      <dgm:t>
        <a:bodyPr/>
        <a:lstStyle/>
        <a:p>
          <a:r>
            <a:rPr lang="en-US"/>
            <a:t>ML model Failure</a:t>
          </a:r>
        </a:p>
      </dgm:t>
    </dgm:pt>
    <dgm:pt modelId="{59C21CB4-67B0-47E6-B292-FBABA1967A9A}" type="parTrans" cxnId="{440E5A02-46CD-4F9A-923F-250A146B8BE5}">
      <dgm:prSet/>
      <dgm:spPr/>
      <dgm:t>
        <a:bodyPr/>
        <a:lstStyle/>
        <a:p>
          <a:endParaRPr lang="en-US"/>
        </a:p>
      </dgm:t>
    </dgm:pt>
    <dgm:pt modelId="{3EA15DDF-872A-4445-A726-A477D9757B10}" type="sibTrans" cxnId="{440E5A02-46CD-4F9A-923F-250A146B8BE5}">
      <dgm:prSet/>
      <dgm:spPr/>
      <dgm:t>
        <a:bodyPr/>
        <a:lstStyle/>
        <a:p>
          <a:endParaRPr lang="en-US"/>
        </a:p>
      </dgm:t>
    </dgm:pt>
    <dgm:pt modelId="{232197D2-C8D0-4E54-830B-33875BB4E30C}">
      <dgm:prSet/>
      <dgm:spPr/>
      <dgm:t>
        <a:bodyPr/>
        <a:lstStyle/>
        <a:p>
          <a:r>
            <a:rPr lang="en-US"/>
            <a:t>Connectivity Issues</a:t>
          </a:r>
        </a:p>
      </dgm:t>
    </dgm:pt>
    <dgm:pt modelId="{EC67A79B-3554-4A89-94E3-EF5B300624B5}" type="parTrans" cxnId="{7BFDB900-63AF-4511-863E-5D1B6880C3B9}">
      <dgm:prSet/>
      <dgm:spPr/>
      <dgm:t>
        <a:bodyPr/>
        <a:lstStyle/>
        <a:p>
          <a:endParaRPr lang="en-US"/>
        </a:p>
      </dgm:t>
    </dgm:pt>
    <dgm:pt modelId="{4C44F17A-AAC9-4D78-88FD-6F69D9AAF191}" type="sibTrans" cxnId="{7BFDB900-63AF-4511-863E-5D1B6880C3B9}">
      <dgm:prSet/>
      <dgm:spPr/>
      <dgm:t>
        <a:bodyPr/>
        <a:lstStyle/>
        <a:p>
          <a:endParaRPr lang="en-US"/>
        </a:p>
      </dgm:t>
    </dgm:pt>
    <dgm:pt modelId="{3B102D82-2D33-46A4-A704-231301C575BF}" type="pres">
      <dgm:prSet presAssocID="{D6EF6051-237F-4AE4-A3F4-9AAFB4C79F71}" presName="diagram" presStyleCnt="0">
        <dgm:presLayoutVars>
          <dgm:dir/>
          <dgm:resizeHandles val="exact"/>
        </dgm:presLayoutVars>
      </dgm:prSet>
      <dgm:spPr/>
    </dgm:pt>
    <dgm:pt modelId="{23B9A11A-D056-462A-8ECC-D7658E4CF718}" type="pres">
      <dgm:prSet presAssocID="{83CF4DD8-913A-4AD5-9F2F-4E3F9B77C450}" presName="node" presStyleLbl="node1" presStyleIdx="0" presStyleCnt="3" custLinFactNeighborY="-2530">
        <dgm:presLayoutVars>
          <dgm:bulletEnabled val="1"/>
        </dgm:presLayoutVars>
      </dgm:prSet>
      <dgm:spPr/>
    </dgm:pt>
    <dgm:pt modelId="{EE499B30-DDA9-4C77-9619-2166C7A30557}" type="pres">
      <dgm:prSet presAssocID="{4DE0BD76-43DF-42E9-90AE-DA15BEE10968}" presName="sibTrans" presStyleCnt="0"/>
      <dgm:spPr/>
    </dgm:pt>
    <dgm:pt modelId="{DE6743D5-E474-470E-949A-69BDE3E2CC6E}" type="pres">
      <dgm:prSet presAssocID="{7F8373D5-6436-4383-99DB-7BEBF0DECCED}" presName="node" presStyleLbl="node1" presStyleIdx="1" presStyleCnt="3">
        <dgm:presLayoutVars>
          <dgm:bulletEnabled val="1"/>
        </dgm:presLayoutVars>
      </dgm:prSet>
      <dgm:spPr/>
    </dgm:pt>
    <dgm:pt modelId="{87BA62C5-A500-4A0F-A92D-4C95913FB0AC}" type="pres">
      <dgm:prSet presAssocID="{3EA15DDF-872A-4445-A726-A477D9757B10}" presName="sibTrans" presStyleCnt="0"/>
      <dgm:spPr/>
    </dgm:pt>
    <dgm:pt modelId="{1C04ACA1-4F08-4D01-98DB-41D7F9BA82BC}" type="pres">
      <dgm:prSet presAssocID="{232197D2-C8D0-4E54-830B-33875BB4E30C}" presName="node" presStyleLbl="node1" presStyleIdx="2" presStyleCnt="3" custLinFactNeighborY="860">
        <dgm:presLayoutVars>
          <dgm:bulletEnabled val="1"/>
        </dgm:presLayoutVars>
      </dgm:prSet>
      <dgm:spPr/>
    </dgm:pt>
  </dgm:ptLst>
  <dgm:cxnLst>
    <dgm:cxn modelId="{BC701500-F28B-49F0-BD1F-1E24E6CD100E}" type="presOf" srcId="{7F8373D5-6436-4383-99DB-7BEBF0DECCED}" destId="{DE6743D5-E474-470E-949A-69BDE3E2CC6E}" srcOrd="0" destOrd="0" presId="urn:microsoft.com/office/officeart/2005/8/layout/default"/>
    <dgm:cxn modelId="{7BFDB900-63AF-4511-863E-5D1B6880C3B9}" srcId="{D6EF6051-237F-4AE4-A3F4-9AAFB4C79F71}" destId="{232197D2-C8D0-4E54-830B-33875BB4E30C}" srcOrd="2" destOrd="0" parTransId="{EC67A79B-3554-4A89-94E3-EF5B300624B5}" sibTransId="{4C44F17A-AAC9-4D78-88FD-6F69D9AAF191}"/>
    <dgm:cxn modelId="{440E5A02-46CD-4F9A-923F-250A146B8BE5}" srcId="{D6EF6051-237F-4AE4-A3F4-9AAFB4C79F71}" destId="{7F8373D5-6436-4383-99DB-7BEBF0DECCED}" srcOrd="1" destOrd="0" parTransId="{59C21CB4-67B0-47E6-B292-FBABA1967A9A}" sibTransId="{3EA15DDF-872A-4445-A726-A477D9757B10}"/>
    <dgm:cxn modelId="{4A26C348-A366-4766-AC67-C693196DCA44}" type="presOf" srcId="{D6EF6051-237F-4AE4-A3F4-9AAFB4C79F71}" destId="{3B102D82-2D33-46A4-A704-231301C575BF}" srcOrd="0" destOrd="0" presId="urn:microsoft.com/office/officeart/2005/8/layout/default"/>
    <dgm:cxn modelId="{FF85636E-3BBA-4466-B9C8-7CDC786BA78C}" type="presOf" srcId="{83CF4DD8-913A-4AD5-9F2F-4E3F9B77C450}" destId="{23B9A11A-D056-462A-8ECC-D7658E4CF718}" srcOrd="0" destOrd="0" presId="urn:microsoft.com/office/officeart/2005/8/layout/default"/>
    <dgm:cxn modelId="{8BF0D46F-7903-4AA9-8CBB-53C2622C794B}" type="presOf" srcId="{232197D2-C8D0-4E54-830B-33875BB4E30C}" destId="{1C04ACA1-4F08-4D01-98DB-41D7F9BA82BC}" srcOrd="0" destOrd="0" presId="urn:microsoft.com/office/officeart/2005/8/layout/default"/>
    <dgm:cxn modelId="{B27CE7A5-5BE0-4B54-A41F-70B46FEB8749}" srcId="{D6EF6051-237F-4AE4-A3F4-9AAFB4C79F71}" destId="{83CF4DD8-913A-4AD5-9F2F-4E3F9B77C450}" srcOrd="0" destOrd="0" parTransId="{5DAF9849-09BD-454E-BA0F-C3BF46AB91A5}" sibTransId="{4DE0BD76-43DF-42E9-90AE-DA15BEE10968}"/>
    <dgm:cxn modelId="{6AAD0639-8ACB-425C-8971-03327CE68D7D}" type="presParOf" srcId="{3B102D82-2D33-46A4-A704-231301C575BF}" destId="{23B9A11A-D056-462A-8ECC-D7658E4CF718}" srcOrd="0" destOrd="0" presId="urn:microsoft.com/office/officeart/2005/8/layout/default"/>
    <dgm:cxn modelId="{C4D34D0E-DC50-4A77-BC38-363BF88820A7}" type="presParOf" srcId="{3B102D82-2D33-46A4-A704-231301C575BF}" destId="{EE499B30-DDA9-4C77-9619-2166C7A30557}" srcOrd="1" destOrd="0" presId="urn:microsoft.com/office/officeart/2005/8/layout/default"/>
    <dgm:cxn modelId="{114F9912-02A8-479C-B5CD-4B8351BF6BAC}" type="presParOf" srcId="{3B102D82-2D33-46A4-A704-231301C575BF}" destId="{DE6743D5-E474-470E-949A-69BDE3E2CC6E}" srcOrd="2" destOrd="0" presId="urn:microsoft.com/office/officeart/2005/8/layout/default"/>
    <dgm:cxn modelId="{3502A54C-B564-42BF-A610-6FED3FB42780}" type="presParOf" srcId="{3B102D82-2D33-46A4-A704-231301C575BF}" destId="{87BA62C5-A500-4A0F-A92D-4C95913FB0AC}" srcOrd="3" destOrd="0" presId="urn:microsoft.com/office/officeart/2005/8/layout/default"/>
    <dgm:cxn modelId="{BE8A69CE-340C-4582-957A-D5FF48F2DD1E}" type="presParOf" srcId="{3B102D82-2D33-46A4-A704-231301C575BF}" destId="{1C04ACA1-4F08-4D01-98DB-41D7F9BA82BC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FB663AC-F9EA-4825-9B81-36D87C890D02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18A7DF-0532-4057-A99F-0E91DA4D033D}">
      <dgm:prSet/>
      <dgm:spPr/>
      <dgm:t>
        <a:bodyPr/>
        <a:lstStyle/>
        <a:p>
          <a:r>
            <a:rPr lang="en-US"/>
            <a:t>Continuous </a:t>
          </a:r>
          <a:r>
            <a:rPr lang="en-GB"/>
            <a:t>development</a:t>
          </a:r>
          <a:r>
            <a:rPr lang="en-US"/>
            <a:t> for the ML model before integration.</a:t>
          </a:r>
        </a:p>
      </dgm:t>
    </dgm:pt>
    <dgm:pt modelId="{81E671CE-460E-4055-8709-2B21DEAC6A93}" type="parTrans" cxnId="{485ABF83-2681-4EB6-B280-AB149F80B94E}">
      <dgm:prSet/>
      <dgm:spPr/>
      <dgm:t>
        <a:bodyPr/>
        <a:lstStyle/>
        <a:p>
          <a:endParaRPr lang="en-US"/>
        </a:p>
      </dgm:t>
    </dgm:pt>
    <dgm:pt modelId="{C7F142AA-CA77-4212-9857-472C9746E2DA}" type="sibTrans" cxnId="{485ABF83-2681-4EB6-B280-AB149F80B94E}">
      <dgm:prSet/>
      <dgm:spPr/>
      <dgm:t>
        <a:bodyPr/>
        <a:lstStyle/>
        <a:p>
          <a:endParaRPr lang="en-US"/>
        </a:p>
      </dgm:t>
    </dgm:pt>
    <dgm:pt modelId="{C2745B1E-D130-4AEB-A66E-A8EE91F5CD81}">
      <dgm:prSet/>
      <dgm:spPr/>
      <dgm:t>
        <a:bodyPr/>
        <a:lstStyle/>
        <a:p>
          <a:r>
            <a:rPr lang="en-GB"/>
            <a:t>Developing</a:t>
          </a:r>
          <a:r>
            <a:rPr lang="en-US"/>
            <a:t> the classification system before integration.</a:t>
          </a:r>
        </a:p>
      </dgm:t>
    </dgm:pt>
    <dgm:pt modelId="{11DFDC48-9EB2-4CAF-8E02-838E3D9FDFE2}" type="parTrans" cxnId="{BA73CD43-A397-40A4-8564-6846BCE3597D}">
      <dgm:prSet/>
      <dgm:spPr/>
      <dgm:t>
        <a:bodyPr/>
        <a:lstStyle/>
        <a:p>
          <a:endParaRPr lang="en-US"/>
        </a:p>
      </dgm:t>
    </dgm:pt>
    <dgm:pt modelId="{F138A9E2-C49C-4427-A185-B9CC186829F2}" type="sibTrans" cxnId="{BA73CD43-A397-40A4-8564-6846BCE3597D}">
      <dgm:prSet/>
      <dgm:spPr/>
      <dgm:t>
        <a:bodyPr/>
        <a:lstStyle/>
        <a:p>
          <a:endParaRPr lang="en-US"/>
        </a:p>
      </dgm:t>
    </dgm:pt>
    <dgm:pt modelId="{83A70048-1919-4704-93B6-E2556ECF46B6}">
      <dgm:prSet/>
      <dgm:spPr/>
      <dgm:t>
        <a:bodyPr/>
        <a:lstStyle/>
        <a:p>
          <a:r>
            <a:rPr lang="en-US"/>
            <a:t>Regular validation against expected outputs.</a:t>
          </a:r>
        </a:p>
      </dgm:t>
    </dgm:pt>
    <dgm:pt modelId="{A51AEC4A-BEBC-496E-B3D1-52B93559B754}" type="parTrans" cxnId="{DC767AC1-C3B2-4ADA-8C26-A92AAF9B8B2C}">
      <dgm:prSet/>
      <dgm:spPr/>
      <dgm:t>
        <a:bodyPr/>
        <a:lstStyle/>
        <a:p>
          <a:endParaRPr lang="en-US"/>
        </a:p>
      </dgm:t>
    </dgm:pt>
    <dgm:pt modelId="{B1649F34-101C-4B72-A2BA-F1BB945CE322}" type="sibTrans" cxnId="{DC767AC1-C3B2-4ADA-8C26-A92AAF9B8B2C}">
      <dgm:prSet/>
      <dgm:spPr/>
      <dgm:t>
        <a:bodyPr/>
        <a:lstStyle/>
        <a:p>
          <a:endParaRPr lang="en-US"/>
        </a:p>
      </dgm:t>
    </dgm:pt>
    <dgm:pt modelId="{61A57114-607C-40A2-9E38-00B9C4276EA3}">
      <dgm:prSet/>
      <dgm:spPr/>
      <dgm:t>
        <a:bodyPr/>
        <a:lstStyle/>
        <a:p>
          <a:r>
            <a:rPr lang="en-US"/>
            <a:t>System evaluated for stability and reliability.</a:t>
          </a:r>
        </a:p>
      </dgm:t>
    </dgm:pt>
    <dgm:pt modelId="{04874CFF-6EE5-4C1F-9C37-6E10720E502C}" type="parTrans" cxnId="{E3FE142B-4A6B-4731-A2ED-94591DB8B3B5}">
      <dgm:prSet/>
      <dgm:spPr/>
      <dgm:t>
        <a:bodyPr/>
        <a:lstStyle/>
        <a:p>
          <a:endParaRPr lang="en-US"/>
        </a:p>
      </dgm:t>
    </dgm:pt>
    <dgm:pt modelId="{06FA0E92-A692-429E-A0D3-F8A92C90D1E5}" type="sibTrans" cxnId="{E3FE142B-4A6B-4731-A2ED-94591DB8B3B5}">
      <dgm:prSet/>
      <dgm:spPr/>
      <dgm:t>
        <a:bodyPr/>
        <a:lstStyle/>
        <a:p>
          <a:endParaRPr lang="en-US"/>
        </a:p>
      </dgm:t>
    </dgm:pt>
    <dgm:pt modelId="{B526030A-3D72-41AC-9875-B878966D5142}" type="pres">
      <dgm:prSet presAssocID="{6FB663AC-F9EA-4825-9B81-36D87C890D0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32A177B-DF72-4E95-986D-71D5F5234557}" type="pres">
      <dgm:prSet presAssocID="{5E18A7DF-0532-4057-A99F-0E91DA4D033D}" presName="hierRoot1" presStyleCnt="0"/>
      <dgm:spPr/>
    </dgm:pt>
    <dgm:pt modelId="{6443F63C-5534-4606-B112-9F924438BE93}" type="pres">
      <dgm:prSet presAssocID="{5E18A7DF-0532-4057-A99F-0E91DA4D033D}" presName="composite" presStyleCnt="0"/>
      <dgm:spPr/>
    </dgm:pt>
    <dgm:pt modelId="{94FD8FC0-55BF-4F81-9878-392DEF8F3CC9}" type="pres">
      <dgm:prSet presAssocID="{5E18A7DF-0532-4057-A99F-0E91DA4D033D}" presName="background" presStyleLbl="node0" presStyleIdx="0" presStyleCnt="4"/>
      <dgm:spPr/>
    </dgm:pt>
    <dgm:pt modelId="{D0AB372A-3235-4F72-BC4B-064B060BD59E}" type="pres">
      <dgm:prSet presAssocID="{5E18A7DF-0532-4057-A99F-0E91DA4D033D}" presName="text" presStyleLbl="fgAcc0" presStyleIdx="0" presStyleCnt="4">
        <dgm:presLayoutVars>
          <dgm:chPref val="3"/>
        </dgm:presLayoutVars>
      </dgm:prSet>
      <dgm:spPr/>
    </dgm:pt>
    <dgm:pt modelId="{C4073227-32D0-4496-B047-F58824D660B7}" type="pres">
      <dgm:prSet presAssocID="{5E18A7DF-0532-4057-A99F-0E91DA4D033D}" presName="hierChild2" presStyleCnt="0"/>
      <dgm:spPr/>
    </dgm:pt>
    <dgm:pt modelId="{921988A3-B6F7-4B04-A34B-5C68B1C84C6E}" type="pres">
      <dgm:prSet presAssocID="{C2745B1E-D130-4AEB-A66E-A8EE91F5CD81}" presName="hierRoot1" presStyleCnt="0"/>
      <dgm:spPr/>
    </dgm:pt>
    <dgm:pt modelId="{5B25774F-C5A7-4F38-823E-5D8883C3BFA0}" type="pres">
      <dgm:prSet presAssocID="{C2745B1E-D130-4AEB-A66E-A8EE91F5CD81}" presName="composite" presStyleCnt="0"/>
      <dgm:spPr/>
    </dgm:pt>
    <dgm:pt modelId="{AC08D993-4EE2-4C7C-9D44-0952FF0B0978}" type="pres">
      <dgm:prSet presAssocID="{C2745B1E-D130-4AEB-A66E-A8EE91F5CD81}" presName="background" presStyleLbl="node0" presStyleIdx="1" presStyleCnt="4"/>
      <dgm:spPr/>
    </dgm:pt>
    <dgm:pt modelId="{35347329-B81B-4764-B5A4-3F7BC4AA6D07}" type="pres">
      <dgm:prSet presAssocID="{C2745B1E-D130-4AEB-A66E-A8EE91F5CD81}" presName="text" presStyleLbl="fgAcc0" presStyleIdx="1" presStyleCnt="4">
        <dgm:presLayoutVars>
          <dgm:chPref val="3"/>
        </dgm:presLayoutVars>
      </dgm:prSet>
      <dgm:spPr/>
    </dgm:pt>
    <dgm:pt modelId="{CA19571D-FAA4-48DE-A2BB-801CE65DABBF}" type="pres">
      <dgm:prSet presAssocID="{C2745B1E-D130-4AEB-A66E-A8EE91F5CD81}" presName="hierChild2" presStyleCnt="0"/>
      <dgm:spPr/>
    </dgm:pt>
    <dgm:pt modelId="{99AB0CAF-2F13-4F7F-B0EC-1D6982D5ACB6}" type="pres">
      <dgm:prSet presAssocID="{83A70048-1919-4704-93B6-E2556ECF46B6}" presName="hierRoot1" presStyleCnt="0"/>
      <dgm:spPr/>
    </dgm:pt>
    <dgm:pt modelId="{E451607D-6250-4515-AC5F-178F18A660F3}" type="pres">
      <dgm:prSet presAssocID="{83A70048-1919-4704-93B6-E2556ECF46B6}" presName="composite" presStyleCnt="0"/>
      <dgm:spPr/>
    </dgm:pt>
    <dgm:pt modelId="{C17E44B8-7FF3-42A8-9151-4E6133A8FB71}" type="pres">
      <dgm:prSet presAssocID="{83A70048-1919-4704-93B6-E2556ECF46B6}" presName="background" presStyleLbl="node0" presStyleIdx="2" presStyleCnt="4"/>
      <dgm:spPr/>
    </dgm:pt>
    <dgm:pt modelId="{60723AD7-CD52-4584-893C-E7D62CEFAF7B}" type="pres">
      <dgm:prSet presAssocID="{83A70048-1919-4704-93B6-E2556ECF46B6}" presName="text" presStyleLbl="fgAcc0" presStyleIdx="2" presStyleCnt="4">
        <dgm:presLayoutVars>
          <dgm:chPref val="3"/>
        </dgm:presLayoutVars>
      </dgm:prSet>
      <dgm:spPr/>
    </dgm:pt>
    <dgm:pt modelId="{D752916A-8A0A-4B1D-A1F2-9F9B1E42FAF9}" type="pres">
      <dgm:prSet presAssocID="{83A70048-1919-4704-93B6-E2556ECF46B6}" presName="hierChild2" presStyleCnt="0"/>
      <dgm:spPr/>
    </dgm:pt>
    <dgm:pt modelId="{908CCE29-DBD9-4CE1-B348-9120054077DA}" type="pres">
      <dgm:prSet presAssocID="{61A57114-607C-40A2-9E38-00B9C4276EA3}" presName="hierRoot1" presStyleCnt="0"/>
      <dgm:spPr/>
    </dgm:pt>
    <dgm:pt modelId="{88EB60C4-B85A-4B08-A294-D2CCE5E6A560}" type="pres">
      <dgm:prSet presAssocID="{61A57114-607C-40A2-9E38-00B9C4276EA3}" presName="composite" presStyleCnt="0"/>
      <dgm:spPr/>
    </dgm:pt>
    <dgm:pt modelId="{973ACD5D-68A4-427B-ABBF-538D1D3484A1}" type="pres">
      <dgm:prSet presAssocID="{61A57114-607C-40A2-9E38-00B9C4276EA3}" presName="background" presStyleLbl="node0" presStyleIdx="3" presStyleCnt="4"/>
      <dgm:spPr/>
    </dgm:pt>
    <dgm:pt modelId="{0F8D8A0A-FDA1-4163-8608-5C27F7C4BD7E}" type="pres">
      <dgm:prSet presAssocID="{61A57114-607C-40A2-9E38-00B9C4276EA3}" presName="text" presStyleLbl="fgAcc0" presStyleIdx="3" presStyleCnt="4">
        <dgm:presLayoutVars>
          <dgm:chPref val="3"/>
        </dgm:presLayoutVars>
      </dgm:prSet>
      <dgm:spPr/>
    </dgm:pt>
    <dgm:pt modelId="{95EB97A4-5354-40C8-857D-AC0520257A08}" type="pres">
      <dgm:prSet presAssocID="{61A57114-607C-40A2-9E38-00B9C4276EA3}" presName="hierChild2" presStyleCnt="0"/>
      <dgm:spPr/>
    </dgm:pt>
  </dgm:ptLst>
  <dgm:cxnLst>
    <dgm:cxn modelId="{E202CA01-DC1F-42C9-AC36-8796EB7F8BB5}" type="presOf" srcId="{61A57114-607C-40A2-9E38-00B9C4276EA3}" destId="{0F8D8A0A-FDA1-4163-8608-5C27F7C4BD7E}" srcOrd="0" destOrd="0" presId="urn:microsoft.com/office/officeart/2005/8/layout/hierarchy1"/>
    <dgm:cxn modelId="{E3FE142B-4A6B-4731-A2ED-94591DB8B3B5}" srcId="{6FB663AC-F9EA-4825-9B81-36D87C890D02}" destId="{61A57114-607C-40A2-9E38-00B9C4276EA3}" srcOrd="3" destOrd="0" parTransId="{04874CFF-6EE5-4C1F-9C37-6E10720E502C}" sibTransId="{06FA0E92-A692-429E-A0D3-F8A92C90D1E5}"/>
    <dgm:cxn modelId="{D97E6A30-193B-465D-9CD9-1F861F541D0F}" type="presOf" srcId="{C2745B1E-D130-4AEB-A66E-A8EE91F5CD81}" destId="{35347329-B81B-4764-B5A4-3F7BC4AA6D07}" srcOrd="0" destOrd="0" presId="urn:microsoft.com/office/officeart/2005/8/layout/hierarchy1"/>
    <dgm:cxn modelId="{BA73CD43-A397-40A4-8564-6846BCE3597D}" srcId="{6FB663AC-F9EA-4825-9B81-36D87C890D02}" destId="{C2745B1E-D130-4AEB-A66E-A8EE91F5CD81}" srcOrd="1" destOrd="0" parTransId="{11DFDC48-9EB2-4CAF-8E02-838E3D9FDFE2}" sibTransId="{F138A9E2-C49C-4427-A185-B9CC186829F2}"/>
    <dgm:cxn modelId="{1A075A66-9457-4004-AFA8-C5265BA2AD66}" type="presOf" srcId="{5E18A7DF-0532-4057-A99F-0E91DA4D033D}" destId="{D0AB372A-3235-4F72-BC4B-064B060BD59E}" srcOrd="0" destOrd="0" presId="urn:microsoft.com/office/officeart/2005/8/layout/hierarchy1"/>
    <dgm:cxn modelId="{4C8CE174-0B8F-456A-A456-C71AF53118AB}" type="presOf" srcId="{83A70048-1919-4704-93B6-E2556ECF46B6}" destId="{60723AD7-CD52-4584-893C-E7D62CEFAF7B}" srcOrd="0" destOrd="0" presId="urn:microsoft.com/office/officeart/2005/8/layout/hierarchy1"/>
    <dgm:cxn modelId="{485ABF83-2681-4EB6-B280-AB149F80B94E}" srcId="{6FB663AC-F9EA-4825-9B81-36D87C890D02}" destId="{5E18A7DF-0532-4057-A99F-0E91DA4D033D}" srcOrd="0" destOrd="0" parTransId="{81E671CE-460E-4055-8709-2B21DEAC6A93}" sibTransId="{C7F142AA-CA77-4212-9857-472C9746E2DA}"/>
    <dgm:cxn modelId="{DC767AC1-C3B2-4ADA-8C26-A92AAF9B8B2C}" srcId="{6FB663AC-F9EA-4825-9B81-36D87C890D02}" destId="{83A70048-1919-4704-93B6-E2556ECF46B6}" srcOrd="2" destOrd="0" parTransId="{A51AEC4A-BEBC-496E-B3D1-52B93559B754}" sibTransId="{B1649F34-101C-4B72-A2BA-F1BB945CE322}"/>
    <dgm:cxn modelId="{278C3BE7-5F35-47B8-A67E-D6D7F02AC689}" type="presOf" srcId="{6FB663AC-F9EA-4825-9B81-36D87C890D02}" destId="{B526030A-3D72-41AC-9875-B878966D5142}" srcOrd="0" destOrd="0" presId="urn:microsoft.com/office/officeart/2005/8/layout/hierarchy1"/>
    <dgm:cxn modelId="{3053D2C4-D490-4269-9BA8-7B3C4F5E3A6A}" type="presParOf" srcId="{B526030A-3D72-41AC-9875-B878966D5142}" destId="{D32A177B-DF72-4E95-986D-71D5F5234557}" srcOrd="0" destOrd="0" presId="urn:microsoft.com/office/officeart/2005/8/layout/hierarchy1"/>
    <dgm:cxn modelId="{041B4D19-E6DF-46AC-82CD-489062DDEF58}" type="presParOf" srcId="{D32A177B-DF72-4E95-986D-71D5F5234557}" destId="{6443F63C-5534-4606-B112-9F924438BE93}" srcOrd="0" destOrd="0" presId="urn:microsoft.com/office/officeart/2005/8/layout/hierarchy1"/>
    <dgm:cxn modelId="{6528E145-9F44-4843-AA7E-9E06533DC3FE}" type="presParOf" srcId="{6443F63C-5534-4606-B112-9F924438BE93}" destId="{94FD8FC0-55BF-4F81-9878-392DEF8F3CC9}" srcOrd="0" destOrd="0" presId="urn:microsoft.com/office/officeart/2005/8/layout/hierarchy1"/>
    <dgm:cxn modelId="{5119E8E7-38AA-4F47-8E0D-4A5EC0D7C878}" type="presParOf" srcId="{6443F63C-5534-4606-B112-9F924438BE93}" destId="{D0AB372A-3235-4F72-BC4B-064B060BD59E}" srcOrd="1" destOrd="0" presId="urn:microsoft.com/office/officeart/2005/8/layout/hierarchy1"/>
    <dgm:cxn modelId="{574572B0-8CC3-4D90-930F-705777F9C668}" type="presParOf" srcId="{D32A177B-DF72-4E95-986D-71D5F5234557}" destId="{C4073227-32D0-4496-B047-F58824D660B7}" srcOrd="1" destOrd="0" presId="urn:microsoft.com/office/officeart/2005/8/layout/hierarchy1"/>
    <dgm:cxn modelId="{6E095835-B6E7-4DEF-82A9-574A0C90E879}" type="presParOf" srcId="{B526030A-3D72-41AC-9875-B878966D5142}" destId="{921988A3-B6F7-4B04-A34B-5C68B1C84C6E}" srcOrd="1" destOrd="0" presId="urn:microsoft.com/office/officeart/2005/8/layout/hierarchy1"/>
    <dgm:cxn modelId="{9CD7D83A-3D74-4F3D-A9FA-6E14EEE5B1E5}" type="presParOf" srcId="{921988A3-B6F7-4B04-A34B-5C68B1C84C6E}" destId="{5B25774F-C5A7-4F38-823E-5D8883C3BFA0}" srcOrd="0" destOrd="0" presId="urn:microsoft.com/office/officeart/2005/8/layout/hierarchy1"/>
    <dgm:cxn modelId="{F7848604-DFB4-4894-96A4-0A4D3AC92CEE}" type="presParOf" srcId="{5B25774F-C5A7-4F38-823E-5D8883C3BFA0}" destId="{AC08D993-4EE2-4C7C-9D44-0952FF0B0978}" srcOrd="0" destOrd="0" presId="urn:microsoft.com/office/officeart/2005/8/layout/hierarchy1"/>
    <dgm:cxn modelId="{CDAFA4C9-8929-49EF-9D08-2F55508EDB42}" type="presParOf" srcId="{5B25774F-C5A7-4F38-823E-5D8883C3BFA0}" destId="{35347329-B81B-4764-B5A4-3F7BC4AA6D07}" srcOrd="1" destOrd="0" presId="urn:microsoft.com/office/officeart/2005/8/layout/hierarchy1"/>
    <dgm:cxn modelId="{2700F8BD-12F9-4751-91A1-797B922D5621}" type="presParOf" srcId="{921988A3-B6F7-4B04-A34B-5C68B1C84C6E}" destId="{CA19571D-FAA4-48DE-A2BB-801CE65DABBF}" srcOrd="1" destOrd="0" presId="urn:microsoft.com/office/officeart/2005/8/layout/hierarchy1"/>
    <dgm:cxn modelId="{C27A2B83-D5B2-4AC6-8FAD-DF73D3E32013}" type="presParOf" srcId="{B526030A-3D72-41AC-9875-B878966D5142}" destId="{99AB0CAF-2F13-4F7F-B0EC-1D6982D5ACB6}" srcOrd="2" destOrd="0" presId="urn:microsoft.com/office/officeart/2005/8/layout/hierarchy1"/>
    <dgm:cxn modelId="{A6164382-7C0D-46DE-8F3F-CF9201C999D7}" type="presParOf" srcId="{99AB0CAF-2F13-4F7F-B0EC-1D6982D5ACB6}" destId="{E451607D-6250-4515-AC5F-178F18A660F3}" srcOrd="0" destOrd="0" presId="urn:microsoft.com/office/officeart/2005/8/layout/hierarchy1"/>
    <dgm:cxn modelId="{4CC22859-E418-4A74-812E-03E75098DE18}" type="presParOf" srcId="{E451607D-6250-4515-AC5F-178F18A660F3}" destId="{C17E44B8-7FF3-42A8-9151-4E6133A8FB71}" srcOrd="0" destOrd="0" presId="urn:microsoft.com/office/officeart/2005/8/layout/hierarchy1"/>
    <dgm:cxn modelId="{253BCF30-E2C4-4CF3-9C31-B48B93492840}" type="presParOf" srcId="{E451607D-6250-4515-AC5F-178F18A660F3}" destId="{60723AD7-CD52-4584-893C-E7D62CEFAF7B}" srcOrd="1" destOrd="0" presId="urn:microsoft.com/office/officeart/2005/8/layout/hierarchy1"/>
    <dgm:cxn modelId="{E1EC938A-C9A2-4384-8B65-428D4AED9393}" type="presParOf" srcId="{99AB0CAF-2F13-4F7F-B0EC-1D6982D5ACB6}" destId="{D752916A-8A0A-4B1D-A1F2-9F9B1E42FAF9}" srcOrd="1" destOrd="0" presId="urn:microsoft.com/office/officeart/2005/8/layout/hierarchy1"/>
    <dgm:cxn modelId="{D44F66F1-6C48-41FD-B826-3DAD786FDBBC}" type="presParOf" srcId="{B526030A-3D72-41AC-9875-B878966D5142}" destId="{908CCE29-DBD9-4CE1-B348-9120054077DA}" srcOrd="3" destOrd="0" presId="urn:microsoft.com/office/officeart/2005/8/layout/hierarchy1"/>
    <dgm:cxn modelId="{D5E2D70D-76BD-4F8C-B397-F29969703BDB}" type="presParOf" srcId="{908CCE29-DBD9-4CE1-B348-9120054077DA}" destId="{88EB60C4-B85A-4B08-A294-D2CCE5E6A560}" srcOrd="0" destOrd="0" presId="urn:microsoft.com/office/officeart/2005/8/layout/hierarchy1"/>
    <dgm:cxn modelId="{F513B2A9-CCF5-4B2E-B52A-4FB9F8364519}" type="presParOf" srcId="{88EB60C4-B85A-4B08-A294-D2CCE5E6A560}" destId="{973ACD5D-68A4-427B-ABBF-538D1D3484A1}" srcOrd="0" destOrd="0" presId="urn:microsoft.com/office/officeart/2005/8/layout/hierarchy1"/>
    <dgm:cxn modelId="{6B7773E0-31D2-43A0-8BB0-FCC0106EA2FF}" type="presParOf" srcId="{88EB60C4-B85A-4B08-A294-D2CCE5E6A560}" destId="{0F8D8A0A-FDA1-4163-8608-5C27F7C4BD7E}" srcOrd="1" destOrd="0" presId="urn:microsoft.com/office/officeart/2005/8/layout/hierarchy1"/>
    <dgm:cxn modelId="{62D0E417-0242-406C-B229-546AA2C7BD01}" type="presParOf" srcId="{908CCE29-DBD9-4CE1-B348-9120054077DA}" destId="{95EB97A4-5354-40C8-857D-AC0520257A0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00DB4DE-3E31-4B7D-94BF-41C3498AA4D2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DF87EEE-559C-4A51-9F36-693ADCB3E5F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The system improves network performance, Less congestion  &amp; consistent performance</a:t>
          </a:r>
          <a:endParaRPr lang="en-US"/>
        </a:p>
      </dgm:t>
    </dgm:pt>
    <dgm:pt modelId="{AE794471-78C2-4761-81DA-5F86D9CD4822}" type="parTrans" cxnId="{C57A1231-298B-47FF-9DE2-BD64F6C7DD06}">
      <dgm:prSet/>
      <dgm:spPr/>
      <dgm:t>
        <a:bodyPr/>
        <a:lstStyle/>
        <a:p>
          <a:endParaRPr lang="en-US"/>
        </a:p>
      </dgm:t>
    </dgm:pt>
    <dgm:pt modelId="{51EFFC9B-FE00-4FEB-83F9-4B3CA3EC0D61}" type="sibTrans" cxnId="{C57A1231-298B-47FF-9DE2-BD64F6C7DD0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3993EBF-6102-4561-BF6F-0A7F6252255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Optimizes resource distribution in a network</a:t>
          </a:r>
          <a:endParaRPr lang="en-US"/>
        </a:p>
      </dgm:t>
    </dgm:pt>
    <dgm:pt modelId="{358258B6-1205-47C9-BB56-E35C51ADEB98}" type="parTrans" cxnId="{7E7EA87C-E894-476E-ACB1-2FD748909EE1}">
      <dgm:prSet/>
      <dgm:spPr/>
      <dgm:t>
        <a:bodyPr/>
        <a:lstStyle/>
        <a:p>
          <a:endParaRPr lang="en-US"/>
        </a:p>
      </dgm:t>
    </dgm:pt>
    <dgm:pt modelId="{2B97B844-F582-4404-BD39-9DA34AB51C9C}" type="sibTrans" cxnId="{7E7EA87C-E894-476E-ACB1-2FD748909EE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BFD88C1-7B93-48DC-95E1-6C389CFCC67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Reduces latency</a:t>
          </a:r>
          <a:endParaRPr lang="en-US"/>
        </a:p>
      </dgm:t>
    </dgm:pt>
    <dgm:pt modelId="{8D2CED8B-5BC4-4370-8090-6109EAB8AE59}" type="parTrans" cxnId="{69F73720-E89F-47D6-A998-0706EEF0F7C4}">
      <dgm:prSet/>
      <dgm:spPr/>
      <dgm:t>
        <a:bodyPr/>
        <a:lstStyle/>
        <a:p>
          <a:endParaRPr lang="en-US"/>
        </a:p>
      </dgm:t>
    </dgm:pt>
    <dgm:pt modelId="{1516F679-0CCA-4249-BB03-78656C44CCE4}" type="sibTrans" cxnId="{69F73720-E89F-47D6-A998-0706EEF0F7C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3513220-5902-4EB9-B770-6B4879D51AB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Enhances Security &amp; changes in the pattern</a:t>
          </a:r>
          <a:endParaRPr lang="en-US"/>
        </a:p>
      </dgm:t>
    </dgm:pt>
    <dgm:pt modelId="{17CB2356-68D2-43D1-B0C1-A75DB2F4CB9D}" type="parTrans" cxnId="{C4C0C64D-F8DD-45F3-9422-B13657A9957A}">
      <dgm:prSet/>
      <dgm:spPr/>
      <dgm:t>
        <a:bodyPr/>
        <a:lstStyle/>
        <a:p>
          <a:endParaRPr lang="en-US"/>
        </a:p>
      </dgm:t>
    </dgm:pt>
    <dgm:pt modelId="{7C32BE76-1E85-4584-B098-CB9761C1E210}" type="sibTrans" cxnId="{C4C0C64D-F8DD-45F3-9422-B13657A9957A}">
      <dgm:prSet/>
      <dgm:spPr/>
      <dgm:t>
        <a:bodyPr/>
        <a:lstStyle/>
        <a:p>
          <a:endParaRPr lang="en-US"/>
        </a:p>
      </dgm:t>
    </dgm:pt>
    <dgm:pt modelId="{107E0581-EA60-4970-90BD-208E406D9E0A}" type="pres">
      <dgm:prSet presAssocID="{D00DB4DE-3E31-4B7D-94BF-41C3498AA4D2}" presName="root" presStyleCnt="0">
        <dgm:presLayoutVars>
          <dgm:dir/>
          <dgm:resizeHandles val="exact"/>
        </dgm:presLayoutVars>
      </dgm:prSet>
      <dgm:spPr/>
    </dgm:pt>
    <dgm:pt modelId="{0DED1C8A-648C-4A6F-B630-1A90DD2DAD66}" type="pres">
      <dgm:prSet presAssocID="{D00DB4DE-3E31-4B7D-94BF-41C3498AA4D2}" presName="container" presStyleCnt="0">
        <dgm:presLayoutVars>
          <dgm:dir/>
          <dgm:resizeHandles val="exact"/>
        </dgm:presLayoutVars>
      </dgm:prSet>
      <dgm:spPr/>
    </dgm:pt>
    <dgm:pt modelId="{3A4F705A-4754-4BC5-B378-4448A882622A}" type="pres">
      <dgm:prSet presAssocID="{FDF87EEE-559C-4A51-9F36-693ADCB3E5F1}" presName="compNode" presStyleCnt="0"/>
      <dgm:spPr/>
    </dgm:pt>
    <dgm:pt modelId="{4C8D60DB-118D-4A5F-91B3-F2F10138688A}" type="pres">
      <dgm:prSet presAssocID="{FDF87EEE-559C-4A51-9F36-693ADCB3E5F1}" presName="iconBgRect" presStyleLbl="bgShp" presStyleIdx="0" presStyleCnt="4"/>
      <dgm:spPr/>
    </dgm:pt>
    <dgm:pt modelId="{4741FB9E-EF18-446D-AE81-FD87735BD704}" type="pres">
      <dgm:prSet presAssocID="{FDF87EEE-559C-4A51-9F36-693ADCB3E5F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52DAB850-F2D2-4FD4-953B-87EBD65091EC}" type="pres">
      <dgm:prSet presAssocID="{FDF87EEE-559C-4A51-9F36-693ADCB3E5F1}" presName="spaceRect" presStyleCnt="0"/>
      <dgm:spPr/>
    </dgm:pt>
    <dgm:pt modelId="{7504EC90-BCF0-43AD-8C3A-8D603102F299}" type="pres">
      <dgm:prSet presAssocID="{FDF87EEE-559C-4A51-9F36-693ADCB3E5F1}" presName="textRect" presStyleLbl="revTx" presStyleIdx="0" presStyleCnt="4">
        <dgm:presLayoutVars>
          <dgm:chMax val="1"/>
          <dgm:chPref val="1"/>
        </dgm:presLayoutVars>
      </dgm:prSet>
      <dgm:spPr/>
    </dgm:pt>
    <dgm:pt modelId="{CD5B9E84-DEA9-4CCB-973F-E7F8678F698E}" type="pres">
      <dgm:prSet presAssocID="{51EFFC9B-FE00-4FEB-83F9-4B3CA3EC0D61}" presName="sibTrans" presStyleLbl="sibTrans2D1" presStyleIdx="0" presStyleCnt="0"/>
      <dgm:spPr/>
    </dgm:pt>
    <dgm:pt modelId="{B2FD940B-C548-4F7D-9439-F28B7AF9D8BD}" type="pres">
      <dgm:prSet presAssocID="{33993EBF-6102-4561-BF6F-0A7F62522558}" presName="compNode" presStyleCnt="0"/>
      <dgm:spPr/>
    </dgm:pt>
    <dgm:pt modelId="{17B9CD66-8577-47D6-8723-D470ACB23DF4}" type="pres">
      <dgm:prSet presAssocID="{33993EBF-6102-4561-BF6F-0A7F62522558}" presName="iconBgRect" presStyleLbl="bgShp" presStyleIdx="1" presStyleCnt="4"/>
      <dgm:spPr/>
    </dgm:pt>
    <dgm:pt modelId="{040ECA90-63D9-41D8-88CE-7C77993EF85C}" type="pres">
      <dgm:prSet presAssocID="{33993EBF-6102-4561-BF6F-0A7F6252255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7D7627C5-BE6C-4BC5-9171-8EC6B477B62E}" type="pres">
      <dgm:prSet presAssocID="{33993EBF-6102-4561-BF6F-0A7F62522558}" presName="spaceRect" presStyleCnt="0"/>
      <dgm:spPr/>
    </dgm:pt>
    <dgm:pt modelId="{E01FD57C-0BDC-4632-8FC0-232258F75FD0}" type="pres">
      <dgm:prSet presAssocID="{33993EBF-6102-4561-BF6F-0A7F62522558}" presName="textRect" presStyleLbl="revTx" presStyleIdx="1" presStyleCnt="4">
        <dgm:presLayoutVars>
          <dgm:chMax val="1"/>
          <dgm:chPref val="1"/>
        </dgm:presLayoutVars>
      </dgm:prSet>
      <dgm:spPr/>
    </dgm:pt>
    <dgm:pt modelId="{6F9A69B3-75CA-426B-9267-EF1A9C599BB4}" type="pres">
      <dgm:prSet presAssocID="{2B97B844-F582-4404-BD39-9DA34AB51C9C}" presName="sibTrans" presStyleLbl="sibTrans2D1" presStyleIdx="0" presStyleCnt="0"/>
      <dgm:spPr/>
    </dgm:pt>
    <dgm:pt modelId="{643B783D-CA5A-4528-9AB3-79E4A093B6E6}" type="pres">
      <dgm:prSet presAssocID="{CBFD88C1-7B93-48DC-95E1-6C389CFCC677}" presName="compNode" presStyleCnt="0"/>
      <dgm:spPr/>
    </dgm:pt>
    <dgm:pt modelId="{56E30BB8-BB73-403F-84DC-2EBDF8726C00}" type="pres">
      <dgm:prSet presAssocID="{CBFD88C1-7B93-48DC-95E1-6C389CFCC677}" presName="iconBgRect" presStyleLbl="bgShp" presStyleIdx="2" presStyleCnt="4"/>
      <dgm:spPr/>
    </dgm:pt>
    <dgm:pt modelId="{9B2CB508-91AF-4504-9B95-5D43F62EA942}" type="pres">
      <dgm:prSet presAssocID="{CBFD88C1-7B93-48DC-95E1-6C389CFCC67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30E0D696-5E6B-4900-A52B-186165532FFB}" type="pres">
      <dgm:prSet presAssocID="{CBFD88C1-7B93-48DC-95E1-6C389CFCC677}" presName="spaceRect" presStyleCnt="0"/>
      <dgm:spPr/>
    </dgm:pt>
    <dgm:pt modelId="{FF289B7F-40E7-47B2-B206-772422905A7B}" type="pres">
      <dgm:prSet presAssocID="{CBFD88C1-7B93-48DC-95E1-6C389CFCC677}" presName="textRect" presStyleLbl="revTx" presStyleIdx="2" presStyleCnt="4">
        <dgm:presLayoutVars>
          <dgm:chMax val="1"/>
          <dgm:chPref val="1"/>
        </dgm:presLayoutVars>
      </dgm:prSet>
      <dgm:spPr/>
    </dgm:pt>
    <dgm:pt modelId="{029DEC6D-341F-4326-8FF9-8E99F9B848D4}" type="pres">
      <dgm:prSet presAssocID="{1516F679-0CCA-4249-BB03-78656C44CCE4}" presName="sibTrans" presStyleLbl="sibTrans2D1" presStyleIdx="0" presStyleCnt="0"/>
      <dgm:spPr/>
    </dgm:pt>
    <dgm:pt modelId="{66412E74-D695-42B8-A738-47C51170C1CF}" type="pres">
      <dgm:prSet presAssocID="{D3513220-5902-4EB9-B770-6B4879D51AB8}" presName="compNode" presStyleCnt="0"/>
      <dgm:spPr/>
    </dgm:pt>
    <dgm:pt modelId="{287F7D5F-6710-4EA3-8A2D-E344291C43DB}" type="pres">
      <dgm:prSet presAssocID="{D3513220-5902-4EB9-B770-6B4879D51AB8}" presName="iconBgRect" presStyleLbl="bgShp" presStyleIdx="3" presStyleCnt="4"/>
      <dgm:spPr/>
    </dgm:pt>
    <dgm:pt modelId="{1E88DBB6-DC89-4590-A3C0-53798286A763}" type="pres">
      <dgm:prSet presAssocID="{D3513220-5902-4EB9-B770-6B4879D51AB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40B6EDED-08EF-4D83-9BD1-2302B3D61583}" type="pres">
      <dgm:prSet presAssocID="{D3513220-5902-4EB9-B770-6B4879D51AB8}" presName="spaceRect" presStyleCnt="0"/>
      <dgm:spPr/>
    </dgm:pt>
    <dgm:pt modelId="{9D222879-31FE-46DF-BB5C-2315AA92A7F9}" type="pres">
      <dgm:prSet presAssocID="{D3513220-5902-4EB9-B770-6B4879D51AB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FF60D03-2294-4874-B5EB-0E862194EC72}" type="presOf" srcId="{D00DB4DE-3E31-4B7D-94BF-41C3498AA4D2}" destId="{107E0581-EA60-4970-90BD-208E406D9E0A}" srcOrd="0" destOrd="0" presId="urn:microsoft.com/office/officeart/2018/2/layout/IconCircleList"/>
    <dgm:cxn modelId="{77217F1C-93DA-44D0-B2F6-C826A1312DA3}" type="presOf" srcId="{33993EBF-6102-4561-BF6F-0A7F62522558}" destId="{E01FD57C-0BDC-4632-8FC0-232258F75FD0}" srcOrd="0" destOrd="0" presId="urn:microsoft.com/office/officeart/2018/2/layout/IconCircleList"/>
    <dgm:cxn modelId="{69F73720-E89F-47D6-A998-0706EEF0F7C4}" srcId="{D00DB4DE-3E31-4B7D-94BF-41C3498AA4D2}" destId="{CBFD88C1-7B93-48DC-95E1-6C389CFCC677}" srcOrd="2" destOrd="0" parTransId="{8D2CED8B-5BC4-4370-8090-6109EAB8AE59}" sibTransId="{1516F679-0CCA-4249-BB03-78656C44CCE4}"/>
    <dgm:cxn modelId="{C57A1231-298B-47FF-9DE2-BD64F6C7DD06}" srcId="{D00DB4DE-3E31-4B7D-94BF-41C3498AA4D2}" destId="{FDF87EEE-559C-4A51-9F36-693ADCB3E5F1}" srcOrd="0" destOrd="0" parTransId="{AE794471-78C2-4761-81DA-5F86D9CD4822}" sibTransId="{51EFFC9B-FE00-4FEB-83F9-4B3CA3EC0D61}"/>
    <dgm:cxn modelId="{A3A5FB5C-F02C-42B3-ADC6-7813A2AAF851}" type="presOf" srcId="{CBFD88C1-7B93-48DC-95E1-6C389CFCC677}" destId="{FF289B7F-40E7-47B2-B206-772422905A7B}" srcOrd="0" destOrd="0" presId="urn:microsoft.com/office/officeart/2018/2/layout/IconCircleList"/>
    <dgm:cxn modelId="{C4C0C64D-F8DD-45F3-9422-B13657A9957A}" srcId="{D00DB4DE-3E31-4B7D-94BF-41C3498AA4D2}" destId="{D3513220-5902-4EB9-B770-6B4879D51AB8}" srcOrd="3" destOrd="0" parTransId="{17CB2356-68D2-43D1-B0C1-A75DB2F4CB9D}" sibTransId="{7C32BE76-1E85-4584-B098-CB9761C1E210}"/>
    <dgm:cxn modelId="{7E7EA87C-E894-476E-ACB1-2FD748909EE1}" srcId="{D00DB4DE-3E31-4B7D-94BF-41C3498AA4D2}" destId="{33993EBF-6102-4561-BF6F-0A7F62522558}" srcOrd="1" destOrd="0" parTransId="{358258B6-1205-47C9-BB56-E35C51ADEB98}" sibTransId="{2B97B844-F582-4404-BD39-9DA34AB51C9C}"/>
    <dgm:cxn modelId="{65A424C7-0F00-45FF-BCD6-D6AAF48A8F5A}" type="presOf" srcId="{51EFFC9B-FE00-4FEB-83F9-4B3CA3EC0D61}" destId="{CD5B9E84-DEA9-4CCB-973F-E7F8678F698E}" srcOrd="0" destOrd="0" presId="urn:microsoft.com/office/officeart/2018/2/layout/IconCircleList"/>
    <dgm:cxn modelId="{5BF7EBD4-B6F1-4FD8-B0F5-F283EEF7B08F}" type="presOf" srcId="{1516F679-0CCA-4249-BB03-78656C44CCE4}" destId="{029DEC6D-341F-4326-8FF9-8E99F9B848D4}" srcOrd="0" destOrd="0" presId="urn:microsoft.com/office/officeart/2018/2/layout/IconCircleList"/>
    <dgm:cxn modelId="{77DAC8DC-6BE3-4E6D-B293-26F93E58B983}" type="presOf" srcId="{D3513220-5902-4EB9-B770-6B4879D51AB8}" destId="{9D222879-31FE-46DF-BB5C-2315AA92A7F9}" srcOrd="0" destOrd="0" presId="urn:microsoft.com/office/officeart/2018/2/layout/IconCircleList"/>
    <dgm:cxn modelId="{EB3B64FC-57F1-4631-AE3B-74C72904246E}" type="presOf" srcId="{FDF87EEE-559C-4A51-9F36-693ADCB3E5F1}" destId="{7504EC90-BCF0-43AD-8C3A-8D603102F299}" srcOrd="0" destOrd="0" presId="urn:microsoft.com/office/officeart/2018/2/layout/IconCircleList"/>
    <dgm:cxn modelId="{76EEE3FC-C7EB-4DE7-A9B0-E3DEC9533D11}" type="presOf" srcId="{2B97B844-F582-4404-BD39-9DA34AB51C9C}" destId="{6F9A69B3-75CA-426B-9267-EF1A9C599BB4}" srcOrd="0" destOrd="0" presId="urn:microsoft.com/office/officeart/2018/2/layout/IconCircleList"/>
    <dgm:cxn modelId="{C4E52EB3-A59F-4D82-BB5A-CD5861F117F6}" type="presParOf" srcId="{107E0581-EA60-4970-90BD-208E406D9E0A}" destId="{0DED1C8A-648C-4A6F-B630-1A90DD2DAD66}" srcOrd="0" destOrd="0" presId="urn:microsoft.com/office/officeart/2018/2/layout/IconCircleList"/>
    <dgm:cxn modelId="{8AB6CDC1-BB89-4E72-AFE3-D6F51C4951FC}" type="presParOf" srcId="{0DED1C8A-648C-4A6F-B630-1A90DD2DAD66}" destId="{3A4F705A-4754-4BC5-B378-4448A882622A}" srcOrd="0" destOrd="0" presId="urn:microsoft.com/office/officeart/2018/2/layout/IconCircleList"/>
    <dgm:cxn modelId="{A83DB851-F516-48B7-9D6E-BB66BE1D148A}" type="presParOf" srcId="{3A4F705A-4754-4BC5-B378-4448A882622A}" destId="{4C8D60DB-118D-4A5F-91B3-F2F10138688A}" srcOrd="0" destOrd="0" presId="urn:microsoft.com/office/officeart/2018/2/layout/IconCircleList"/>
    <dgm:cxn modelId="{5962904B-5659-419B-ADEA-21779C5EE80E}" type="presParOf" srcId="{3A4F705A-4754-4BC5-B378-4448A882622A}" destId="{4741FB9E-EF18-446D-AE81-FD87735BD704}" srcOrd="1" destOrd="0" presId="urn:microsoft.com/office/officeart/2018/2/layout/IconCircleList"/>
    <dgm:cxn modelId="{961EBEB1-369A-4FAC-900A-3C688848DEB6}" type="presParOf" srcId="{3A4F705A-4754-4BC5-B378-4448A882622A}" destId="{52DAB850-F2D2-4FD4-953B-87EBD65091EC}" srcOrd="2" destOrd="0" presId="urn:microsoft.com/office/officeart/2018/2/layout/IconCircleList"/>
    <dgm:cxn modelId="{9CC10C19-F9C6-45CB-A0C6-1EEE67ECC5C1}" type="presParOf" srcId="{3A4F705A-4754-4BC5-B378-4448A882622A}" destId="{7504EC90-BCF0-43AD-8C3A-8D603102F299}" srcOrd="3" destOrd="0" presId="urn:microsoft.com/office/officeart/2018/2/layout/IconCircleList"/>
    <dgm:cxn modelId="{CDA24B85-0A7C-413E-936E-896D8FEAD929}" type="presParOf" srcId="{0DED1C8A-648C-4A6F-B630-1A90DD2DAD66}" destId="{CD5B9E84-DEA9-4CCB-973F-E7F8678F698E}" srcOrd="1" destOrd="0" presId="urn:microsoft.com/office/officeart/2018/2/layout/IconCircleList"/>
    <dgm:cxn modelId="{10DA9AB7-3C1F-4CE0-A463-F26B541B2CE7}" type="presParOf" srcId="{0DED1C8A-648C-4A6F-B630-1A90DD2DAD66}" destId="{B2FD940B-C548-4F7D-9439-F28B7AF9D8BD}" srcOrd="2" destOrd="0" presId="urn:microsoft.com/office/officeart/2018/2/layout/IconCircleList"/>
    <dgm:cxn modelId="{FBD7513F-5839-466B-B1A8-916D8238AF65}" type="presParOf" srcId="{B2FD940B-C548-4F7D-9439-F28B7AF9D8BD}" destId="{17B9CD66-8577-47D6-8723-D470ACB23DF4}" srcOrd="0" destOrd="0" presId="urn:microsoft.com/office/officeart/2018/2/layout/IconCircleList"/>
    <dgm:cxn modelId="{E8C6A77E-3EA6-44DD-9FE0-D065732EC6A9}" type="presParOf" srcId="{B2FD940B-C548-4F7D-9439-F28B7AF9D8BD}" destId="{040ECA90-63D9-41D8-88CE-7C77993EF85C}" srcOrd="1" destOrd="0" presId="urn:microsoft.com/office/officeart/2018/2/layout/IconCircleList"/>
    <dgm:cxn modelId="{03DA5271-6D47-40BB-9463-EDE6F6D9441F}" type="presParOf" srcId="{B2FD940B-C548-4F7D-9439-F28B7AF9D8BD}" destId="{7D7627C5-BE6C-4BC5-9171-8EC6B477B62E}" srcOrd="2" destOrd="0" presId="urn:microsoft.com/office/officeart/2018/2/layout/IconCircleList"/>
    <dgm:cxn modelId="{FB9E4964-8028-4E97-93DA-9F8430426758}" type="presParOf" srcId="{B2FD940B-C548-4F7D-9439-F28B7AF9D8BD}" destId="{E01FD57C-0BDC-4632-8FC0-232258F75FD0}" srcOrd="3" destOrd="0" presId="urn:microsoft.com/office/officeart/2018/2/layout/IconCircleList"/>
    <dgm:cxn modelId="{F8DD6355-89AA-4793-8635-442476942E7C}" type="presParOf" srcId="{0DED1C8A-648C-4A6F-B630-1A90DD2DAD66}" destId="{6F9A69B3-75CA-426B-9267-EF1A9C599BB4}" srcOrd="3" destOrd="0" presId="urn:microsoft.com/office/officeart/2018/2/layout/IconCircleList"/>
    <dgm:cxn modelId="{573CC071-312C-45F8-85E8-8B4405AD370B}" type="presParOf" srcId="{0DED1C8A-648C-4A6F-B630-1A90DD2DAD66}" destId="{643B783D-CA5A-4528-9AB3-79E4A093B6E6}" srcOrd="4" destOrd="0" presId="urn:microsoft.com/office/officeart/2018/2/layout/IconCircleList"/>
    <dgm:cxn modelId="{DDAB7774-2A4E-4489-9C23-8786032FC43F}" type="presParOf" srcId="{643B783D-CA5A-4528-9AB3-79E4A093B6E6}" destId="{56E30BB8-BB73-403F-84DC-2EBDF8726C00}" srcOrd="0" destOrd="0" presId="urn:microsoft.com/office/officeart/2018/2/layout/IconCircleList"/>
    <dgm:cxn modelId="{F06F68D2-CA50-4F0F-A77E-3E2652D4DF51}" type="presParOf" srcId="{643B783D-CA5A-4528-9AB3-79E4A093B6E6}" destId="{9B2CB508-91AF-4504-9B95-5D43F62EA942}" srcOrd="1" destOrd="0" presId="urn:microsoft.com/office/officeart/2018/2/layout/IconCircleList"/>
    <dgm:cxn modelId="{94D7CF31-2137-4AF6-A8BF-DC77E8B86067}" type="presParOf" srcId="{643B783D-CA5A-4528-9AB3-79E4A093B6E6}" destId="{30E0D696-5E6B-4900-A52B-186165532FFB}" srcOrd="2" destOrd="0" presId="urn:microsoft.com/office/officeart/2018/2/layout/IconCircleList"/>
    <dgm:cxn modelId="{69F43E51-6F94-44C6-A4B3-7EE94FDA8159}" type="presParOf" srcId="{643B783D-CA5A-4528-9AB3-79E4A093B6E6}" destId="{FF289B7F-40E7-47B2-B206-772422905A7B}" srcOrd="3" destOrd="0" presId="urn:microsoft.com/office/officeart/2018/2/layout/IconCircleList"/>
    <dgm:cxn modelId="{A372A7BC-189A-4B61-B146-D417AD69BE60}" type="presParOf" srcId="{0DED1C8A-648C-4A6F-B630-1A90DD2DAD66}" destId="{029DEC6D-341F-4326-8FF9-8E99F9B848D4}" srcOrd="5" destOrd="0" presId="urn:microsoft.com/office/officeart/2018/2/layout/IconCircleList"/>
    <dgm:cxn modelId="{14E34813-3400-4F44-BBB7-DB052BBBA018}" type="presParOf" srcId="{0DED1C8A-648C-4A6F-B630-1A90DD2DAD66}" destId="{66412E74-D695-42B8-A738-47C51170C1CF}" srcOrd="6" destOrd="0" presId="urn:microsoft.com/office/officeart/2018/2/layout/IconCircleList"/>
    <dgm:cxn modelId="{7E902BA1-76DF-4151-A497-6A5B477C1F2F}" type="presParOf" srcId="{66412E74-D695-42B8-A738-47C51170C1CF}" destId="{287F7D5F-6710-4EA3-8A2D-E344291C43DB}" srcOrd="0" destOrd="0" presId="urn:microsoft.com/office/officeart/2018/2/layout/IconCircleList"/>
    <dgm:cxn modelId="{E2695BF8-4F30-4780-8C70-98D43FAD0D82}" type="presParOf" srcId="{66412E74-D695-42B8-A738-47C51170C1CF}" destId="{1E88DBB6-DC89-4590-A3C0-53798286A763}" srcOrd="1" destOrd="0" presId="urn:microsoft.com/office/officeart/2018/2/layout/IconCircleList"/>
    <dgm:cxn modelId="{B3FF49CD-C67D-4DDB-85E0-34192285EE61}" type="presParOf" srcId="{66412E74-D695-42B8-A738-47C51170C1CF}" destId="{40B6EDED-08EF-4D83-9BD1-2302B3D61583}" srcOrd="2" destOrd="0" presId="urn:microsoft.com/office/officeart/2018/2/layout/IconCircleList"/>
    <dgm:cxn modelId="{E0C86ED4-B589-470A-8F58-9DD07D7BD05D}" type="presParOf" srcId="{66412E74-D695-42B8-A738-47C51170C1CF}" destId="{9D222879-31FE-46DF-BB5C-2315AA92A7F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7B5AAF-D02E-46B4-9752-D4EE1F4C989E}">
      <dsp:nvSpPr>
        <dsp:cNvPr id="0" name=""/>
        <dsp:cNvSpPr/>
      </dsp:nvSpPr>
      <dsp:spPr>
        <a:xfrm>
          <a:off x="1370512" y="1217696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0D9C98-660B-4B1E-8673-B9C74521F3EB}">
      <dsp:nvSpPr>
        <dsp:cNvPr id="0" name=""/>
        <dsp:cNvSpPr/>
      </dsp:nvSpPr>
      <dsp:spPr>
        <a:xfrm>
          <a:off x="875512" y="2297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Build a virtual network and integrate Ubuntu and 2 Linux Mint VMs </a:t>
          </a:r>
          <a:endParaRPr lang="en-US" sz="1100" kern="1200"/>
        </a:p>
      </dsp:txBody>
      <dsp:txXfrm>
        <a:off x="875512" y="2297702"/>
        <a:ext cx="1800000" cy="720000"/>
      </dsp:txXfrm>
    </dsp:sp>
    <dsp:sp modelId="{77733496-20C7-4D74-B7F3-F8DB5044A87A}">
      <dsp:nvSpPr>
        <dsp:cNvPr id="0" name=""/>
        <dsp:cNvSpPr/>
      </dsp:nvSpPr>
      <dsp:spPr>
        <a:xfrm>
          <a:off x="3485512" y="1217696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75209C-57D3-4B71-982A-36477A40D9D8}">
      <dsp:nvSpPr>
        <dsp:cNvPr id="0" name=""/>
        <dsp:cNvSpPr/>
      </dsp:nvSpPr>
      <dsp:spPr>
        <a:xfrm>
          <a:off x="2990512" y="2297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Use ML algorithms on the Ubuntu to forecast bandwidth</a:t>
          </a:r>
          <a:endParaRPr lang="en-US" sz="1100" kern="1200"/>
        </a:p>
      </dsp:txBody>
      <dsp:txXfrm>
        <a:off x="2990512" y="2297702"/>
        <a:ext cx="1800000" cy="720000"/>
      </dsp:txXfrm>
    </dsp:sp>
    <dsp:sp modelId="{176EB96F-C419-4A54-B8D8-C441710BE0D0}">
      <dsp:nvSpPr>
        <dsp:cNvPr id="0" name=""/>
        <dsp:cNvSpPr/>
      </dsp:nvSpPr>
      <dsp:spPr>
        <a:xfrm>
          <a:off x="5600512" y="1217696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9F2328-DD57-4015-85AB-C327BEB7E905}">
      <dsp:nvSpPr>
        <dsp:cNvPr id="0" name=""/>
        <dsp:cNvSpPr/>
      </dsp:nvSpPr>
      <dsp:spPr>
        <a:xfrm>
          <a:off x="5105512" y="2297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Build a classification system to classify network resources</a:t>
          </a:r>
          <a:endParaRPr lang="en-US" sz="1100" kern="1200"/>
        </a:p>
      </dsp:txBody>
      <dsp:txXfrm>
        <a:off x="5105512" y="2297702"/>
        <a:ext cx="1800000" cy="720000"/>
      </dsp:txXfrm>
    </dsp:sp>
    <dsp:sp modelId="{315C619A-E303-4AA8-B2F4-C9CFFFE39A18}">
      <dsp:nvSpPr>
        <dsp:cNvPr id="0" name=""/>
        <dsp:cNvSpPr/>
      </dsp:nvSpPr>
      <dsp:spPr>
        <a:xfrm>
          <a:off x="7715512" y="1217696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8A32F4-5AD0-4186-A4DE-2B5B6432AA9B}">
      <dsp:nvSpPr>
        <dsp:cNvPr id="0" name=""/>
        <dsp:cNvSpPr/>
      </dsp:nvSpPr>
      <dsp:spPr>
        <a:xfrm>
          <a:off x="7220512" y="2297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Design a system that will process and classify traffic in real-time</a:t>
          </a:r>
          <a:endParaRPr lang="en-US" sz="1100" kern="1200"/>
        </a:p>
      </dsp:txBody>
      <dsp:txXfrm>
        <a:off x="7220512" y="2297702"/>
        <a:ext cx="1800000" cy="720000"/>
      </dsp:txXfrm>
    </dsp:sp>
    <dsp:sp modelId="{6D9110A1-0104-4803-ACB7-370A4392DFBD}">
      <dsp:nvSpPr>
        <dsp:cNvPr id="0" name=""/>
        <dsp:cNvSpPr/>
      </dsp:nvSpPr>
      <dsp:spPr>
        <a:xfrm>
          <a:off x="9830512" y="1217696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551626-0D5B-4B27-A860-E454DB63F312}">
      <dsp:nvSpPr>
        <dsp:cNvPr id="0" name=""/>
        <dsp:cNvSpPr/>
      </dsp:nvSpPr>
      <dsp:spPr>
        <a:xfrm>
          <a:off x="9335512" y="22977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Use ML algorithms to detects threats and address security vulnerability</a:t>
          </a:r>
          <a:endParaRPr lang="en-US" sz="1100" kern="1200"/>
        </a:p>
      </dsp:txBody>
      <dsp:txXfrm>
        <a:off x="9335512" y="229770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54ABDB-C3F1-46EA-B4CE-B079861B1CE3}">
      <dsp:nvSpPr>
        <dsp:cNvPr id="0" name=""/>
        <dsp:cNvSpPr/>
      </dsp:nvSpPr>
      <dsp:spPr>
        <a:xfrm rot="5400000">
          <a:off x="1849105" y="989322"/>
          <a:ext cx="1550870" cy="18685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097601-ECEF-4ED2-BA32-4F71215D8E09}">
      <dsp:nvSpPr>
        <dsp:cNvPr id="0" name=""/>
        <dsp:cNvSpPr/>
      </dsp:nvSpPr>
      <dsp:spPr>
        <a:xfrm>
          <a:off x="2206204" y="51"/>
          <a:ext cx="2076124" cy="12456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Literature Review and Research</a:t>
          </a:r>
          <a:endParaRPr lang="en-US" sz="1900" kern="1200"/>
        </a:p>
      </dsp:txBody>
      <dsp:txXfrm>
        <a:off x="2242689" y="36536"/>
        <a:ext cx="2003154" cy="1172704"/>
      </dsp:txXfrm>
    </dsp:sp>
    <dsp:sp modelId="{9324C34D-2CE7-49AB-81A2-BE9263CC2175}">
      <dsp:nvSpPr>
        <dsp:cNvPr id="0" name=""/>
        <dsp:cNvSpPr/>
      </dsp:nvSpPr>
      <dsp:spPr>
        <a:xfrm rot="5400000">
          <a:off x="1849105" y="2546415"/>
          <a:ext cx="1550870" cy="18685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AA2784-C4D7-42EA-8B07-096F33E210FB}">
      <dsp:nvSpPr>
        <dsp:cNvPr id="0" name=""/>
        <dsp:cNvSpPr/>
      </dsp:nvSpPr>
      <dsp:spPr>
        <a:xfrm>
          <a:off x="2206204" y="1557145"/>
          <a:ext cx="2076124" cy="12456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System Design and Planning</a:t>
          </a:r>
          <a:endParaRPr lang="en-US" sz="1900" kern="1200"/>
        </a:p>
      </dsp:txBody>
      <dsp:txXfrm>
        <a:off x="2242689" y="1593630"/>
        <a:ext cx="2003154" cy="1172704"/>
      </dsp:txXfrm>
    </dsp:sp>
    <dsp:sp modelId="{94C64474-8B77-4D6C-A207-9342286B1CA9}">
      <dsp:nvSpPr>
        <dsp:cNvPr id="0" name=""/>
        <dsp:cNvSpPr/>
      </dsp:nvSpPr>
      <dsp:spPr>
        <a:xfrm>
          <a:off x="2627652" y="3324962"/>
          <a:ext cx="2755022" cy="18685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B860B2-F611-4003-8B8C-815132B7AC2A}">
      <dsp:nvSpPr>
        <dsp:cNvPr id="0" name=""/>
        <dsp:cNvSpPr/>
      </dsp:nvSpPr>
      <dsp:spPr>
        <a:xfrm>
          <a:off x="2206204" y="3114238"/>
          <a:ext cx="2076124" cy="12456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System Conceptual Design</a:t>
          </a:r>
          <a:endParaRPr lang="en-US" sz="1900" kern="1200"/>
        </a:p>
      </dsp:txBody>
      <dsp:txXfrm>
        <a:off x="2242689" y="3150723"/>
        <a:ext cx="2003154" cy="1172704"/>
      </dsp:txXfrm>
    </dsp:sp>
    <dsp:sp modelId="{8413376B-6AD0-4287-A8F3-E1BCCD0F06FC}">
      <dsp:nvSpPr>
        <dsp:cNvPr id="0" name=""/>
        <dsp:cNvSpPr/>
      </dsp:nvSpPr>
      <dsp:spPr>
        <a:xfrm rot="16200000">
          <a:off x="4610351" y="2546415"/>
          <a:ext cx="1550870" cy="18685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8A66C8-5BC1-4353-9BE2-82DE890C0D0B}">
      <dsp:nvSpPr>
        <dsp:cNvPr id="0" name=""/>
        <dsp:cNvSpPr/>
      </dsp:nvSpPr>
      <dsp:spPr>
        <a:xfrm>
          <a:off x="4967450" y="3114238"/>
          <a:ext cx="2076124" cy="12456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ML model selection</a:t>
          </a:r>
        </a:p>
      </dsp:txBody>
      <dsp:txXfrm>
        <a:off x="5003935" y="3150723"/>
        <a:ext cx="2003154" cy="1172704"/>
      </dsp:txXfrm>
    </dsp:sp>
    <dsp:sp modelId="{BE07A8F5-9D4D-4A4A-8D3F-FCACFDE1E9F9}">
      <dsp:nvSpPr>
        <dsp:cNvPr id="0" name=""/>
        <dsp:cNvSpPr/>
      </dsp:nvSpPr>
      <dsp:spPr>
        <a:xfrm rot="16200000">
          <a:off x="4610351" y="989322"/>
          <a:ext cx="1550870" cy="18685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63AA4E-FA1C-4A77-BB0B-F4EFA9FD59E8}">
      <dsp:nvSpPr>
        <dsp:cNvPr id="0" name=""/>
        <dsp:cNvSpPr/>
      </dsp:nvSpPr>
      <dsp:spPr>
        <a:xfrm>
          <a:off x="4967450" y="1557145"/>
          <a:ext cx="2076124" cy="12456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Virtual Network Building</a:t>
          </a:r>
        </a:p>
      </dsp:txBody>
      <dsp:txXfrm>
        <a:off x="5003935" y="1593630"/>
        <a:ext cx="2003154" cy="1172704"/>
      </dsp:txXfrm>
    </dsp:sp>
    <dsp:sp modelId="{4156162E-C9DE-4AA2-BA58-564717BC3780}">
      <dsp:nvSpPr>
        <dsp:cNvPr id="0" name=""/>
        <dsp:cNvSpPr/>
      </dsp:nvSpPr>
      <dsp:spPr>
        <a:xfrm>
          <a:off x="5388897" y="210775"/>
          <a:ext cx="2755022" cy="186851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7BD311-5B2C-43A9-A52A-B1922F41A836}">
      <dsp:nvSpPr>
        <dsp:cNvPr id="0" name=""/>
        <dsp:cNvSpPr/>
      </dsp:nvSpPr>
      <dsp:spPr>
        <a:xfrm>
          <a:off x="4967450" y="51"/>
          <a:ext cx="2076124" cy="12456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Real-Time Monitoring and ML model training</a:t>
          </a:r>
          <a:endParaRPr lang="en-US" sz="1900" kern="1200"/>
        </a:p>
      </dsp:txBody>
      <dsp:txXfrm>
        <a:off x="5003935" y="36536"/>
        <a:ext cx="2003154" cy="1172704"/>
      </dsp:txXfrm>
    </dsp:sp>
    <dsp:sp modelId="{35F54291-A0D4-4D3C-BF0D-84F307843A15}">
      <dsp:nvSpPr>
        <dsp:cNvPr id="0" name=""/>
        <dsp:cNvSpPr/>
      </dsp:nvSpPr>
      <dsp:spPr>
        <a:xfrm>
          <a:off x="7728695" y="51"/>
          <a:ext cx="2076124" cy="12456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Testing and Validation</a:t>
          </a:r>
          <a:endParaRPr lang="en-US" sz="1900" kern="1200"/>
        </a:p>
      </dsp:txBody>
      <dsp:txXfrm>
        <a:off x="7765180" y="36536"/>
        <a:ext cx="2003154" cy="11727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B9A11A-D056-462A-8ECC-D7658E4CF718}">
      <dsp:nvSpPr>
        <dsp:cNvPr id="0" name=""/>
        <dsp:cNvSpPr/>
      </dsp:nvSpPr>
      <dsp:spPr>
        <a:xfrm>
          <a:off x="0" y="786581"/>
          <a:ext cx="3809999" cy="2285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Unclean data</a:t>
          </a:r>
        </a:p>
      </dsp:txBody>
      <dsp:txXfrm>
        <a:off x="0" y="786581"/>
        <a:ext cx="3809999" cy="2285999"/>
      </dsp:txXfrm>
    </dsp:sp>
    <dsp:sp modelId="{DE6743D5-E474-470E-949A-69BDE3E2CC6E}">
      <dsp:nvSpPr>
        <dsp:cNvPr id="0" name=""/>
        <dsp:cNvSpPr/>
      </dsp:nvSpPr>
      <dsp:spPr>
        <a:xfrm>
          <a:off x="4190999" y="844417"/>
          <a:ext cx="3809999" cy="2285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ML model Failure</a:t>
          </a:r>
        </a:p>
      </dsp:txBody>
      <dsp:txXfrm>
        <a:off x="4190999" y="844417"/>
        <a:ext cx="3809999" cy="2285999"/>
      </dsp:txXfrm>
    </dsp:sp>
    <dsp:sp modelId="{1C04ACA1-4F08-4D01-98DB-41D7F9BA82BC}">
      <dsp:nvSpPr>
        <dsp:cNvPr id="0" name=""/>
        <dsp:cNvSpPr/>
      </dsp:nvSpPr>
      <dsp:spPr>
        <a:xfrm>
          <a:off x="8381998" y="864076"/>
          <a:ext cx="3809999" cy="2285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Connectivity Issues</a:t>
          </a:r>
        </a:p>
      </dsp:txBody>
      <dsp:txXfrm>
        <a:off x="8381998" y="864076"/>
        <a:ext cx="3809999" cy="22859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FD8FC0-55BF-4F81-9878-392DEF8F3CC9}">
      <dsp:nvSpPr>
        <dsp:cNvPr id="0" name=""/>
        <dsp:cNvSpPr/>
      </dsp:nvSpPr>
      <dsp:spPr>
        <a:xfrm>
          <a:off x="3571" y="1043090"/>
          <a:ext cx="2550318" cy="16194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AB372A-3235-4F72-BC4B-064B060BD59E}">
      <dsp:nvSpPr>
        <dsp:cNvPr id="0" name=""/>
        <dsp:cNvSpPr/>
      </dsp:nvSpPr>
      <dsp:spPr>
        <a:xfrm>
          <a:off x="286940" y="1312291"/>
          <a:ext cx="2550318" cy="16194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Continuous </a:t>
          </a:r>
          <a:r>
            <a:rPr lang="en-GB" sz="2200" kern="1200"/>
            <a:t>development</a:t>
          </a:r>
          <a:r>
            <a:rPr lang="en-US" sz="2200" kern="1200"/>
            <a:t> for the ML model before integration.</a:t>
          </a:r>
        </a:p>
      </dsp:txBody>
      <dsp:txXfrm>
        <a:off x="334372" y="1359723"/>
        <a:ext cx="2455454" cy="1524588"/>
      </dsp:txXfrm>
    </dsp:sp>
    <dsp:sp modelId="{AC08D993-4EE2-4C7C-9D44-0952FF0B0978}">
      <dsp:nvSpPr>
        <dsp:cNvPr id="0" name=""/>
        <dsp:cNvSpPr/>
      </dsp:nvSpPr>
      <dsp:spPr>
        <a:xfrm>
          <a:off x="3120627" y="1043090"/>
          <a:ext cx="2550318" cy="16194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347329-B81B-4764-B5A4-3F7BC4AA6D07}">
      <dsp:nvSpPr>
        <dsp:cNvPr id="0" name=""/>
        <dsp:cNvSpPr/>
      </dsp:nvSpPr>
      <dsp:spPr>
        <a:xfrm>
          <a:off x="3403996" y="1312291"/>
          <a:ext cx="2550318" cy="16194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Developing</a:t>
          </a:r>
          <a:r>
            <a:rPr lang="en-US" sz="2200" kern="1200"/>
            <a:t> the classification system before integration.</a:t>
          </a:r>
        </a:p>
      </dsp:txBody>
      <dsp:txXfrm>
        <a:off x="3451428" y="1359723"/>
        <a:ext cx="2455454" cy="1524588"/>
      </dsp:txXfrm>
    </dsp:sp>
    <dsp:sp modelId="{C17E44B8-7FF3-42A8-9151-4E6133A8FB71}">
      <dsp:nvSpPr>
        <dsp:cNvPr id="0" name=""/>
        <dsp:cNvSpPr/>
      </dsp:nvSpPr>
      <dsp:spPr>
        <a:xfrm>
          <a:off x="6237683" y="1043090"/>
          <a:ext cx="2550318" cy="16194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723AD7-CD52-4584-893C-E7D62CEFAF7B}">
      <dsp:nvSpPr>
        <dsp:cNvPr id="0" name=""/>
        <dsp:cNvSpPr/>
      </dsp:nvSpPr>
      <dsp:spPr>
        <a:xfrm>
          <a:off x="6521052" y="1312291"/>
          <a:ext cx="2550318" cy="16194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Regular validation against expected outputs.</a:t>
          </a:r>
        </a:p>
      </dsp:txBody>
      <dsp:txXfrm>
        <a:off x="6568484" y="1359723"/>
        <a:ext cx="2455454" cy="1524588"/>
      </dsp:txXfrm>
    </dsp:sp>
    <dsp:sp modelId="{973ACD5D-68A4-427B-ABBF-538D1D3484A1}">
      <dsp:nvSpPr>
        <dsp:cNvPr id="0" name=""/>
        <dsp:cNvSpPr/>
      </dsp:nvSpPr>
      <dsp:spPr>
        <a:xfrm>
          <a:off x="9354739" y="1043090"/>
          <a:ext cx="2550318" cy="16194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8D8A0A-FDA1-4163-8608-5C27F7C4BD7E}">
      <dsp:nvSpPr>
        <dsp:cNvPr id="0" name=""/>
        <dsp:cNvSpPr/>
      </dsp:nvSpPr>
      <dsp:spPr>
        <a:xfrm>
          <a:off x="9638108" y="1312291"/>
          <a:ext cx="2550318" cy="16194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System evaluated for stability and reliability.</a:t>
          </a:r>
        </a:p>
      </dsp:txBody>
      <dsp:txXfrm>
        <a:off x="9685540" y="1359723"/>
        <a:ext cx="2455454" cy="152458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8D60DB-118D-4A5F-91B3-F2F10138688A}">
      <dsp:nvSpPr>
        <dsp:cNvPr id="0" name=""/>
        <dsp:cNvSpPr/>
      </dsp:nvSpPr>
      <dsp:spPr>
        <a:xfrm>
          <a:off x="140310" y="204729"/>
          <a:ext cx="1552961" cy="15529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41FB9E-EF18-446D-AE81-FD87735BD704}">
      <dsp:nvSpPr>
        <dsp:cNvPr id="0" name=""/>
        <dsp:cNvSpPr/>
      </dsp:nvSpPr>
      <dsp:spPr>
        <a:xfrm>
          <a:off x="466432" y="530851"/>
          <a:ext cx="900717" cy="9007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04EC90-BCF0-43AD-8C3A-8D603102F299}">
      <dsp:nvSpPr>
        <dsp:cNvPr id="0" name=""/>
        <dsp:cNvSpPr/>
      </dsp:nvSpPr>
      <dsp:spPr>
        <a:xfrm>
          <a:off x="2026049" y="204729"/>
          <a:ext cx="3660551" cy="1552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The system improves network performance, Less congestion  &amp; consistent performance</a:t>
          </a:r>
          <a:endParaRPr lang="en-US" sz="2400" kern="1200"/>
        </a:p>
      </dsp:txBody>
      <dsp:txXfrm>
        <a:off x="2026049" y="204729"/>
        <a:ext cx="3660551" cy="1552961"/>
      </dsp:txXfrm>
    </dsp:sp>
    <dsp:sp modelId="{17B9CD66-8577-47D6-8723-D470ACB23DF4}">
      <dsp:nvSpPr>
        <dsp:cNvPr id="0" name=""/>
        <dsp:cNvSpPr/>
      </dsp:nvSpPr>
      <dsp:spPr>
        <a:xfrm>
          <a:off x="6324424" y="204729"/>
          <a:ext cx="1552961" cy="15529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0ECA90-63D9-41D8-88CE-7C77993EF85C}">
      <dsp:nvSpPr>
        <dsp:cNvPr id="0" name=""/>
        <dsp:cNvSpPr/>
      </dsp:nvSpPr>
      <dsp:spPr>
        <a:xfrm>
          <a:off x="6650546" y="530851"/>
          <a:ext cx="900717" cy="9007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1FD57C-0BDC-4632-8FC0-232258F75FD0}">
      <dsp:nvSpPr>
        <dsp:cNvPr id="0" name=""/>
        <dsp:cNvSpPr/>
      </dsp:nvSpPr>
      <dsp:spPr>
        <a:xfrm>
          <a:off x="8210162" y="204729"/>
          <a:ext cx="3660551" cy="1552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Optimizes resource distribution in a network</a:t>
          </a:r>
          <a:endParaRPr lang="en-US" sz="2400" kern="1200"/>
        </a:p>
      </dsp:txBody>
      <dsp:txXfrm>
        <a:off x="8210162" y="204729"/>
        <a:ext cx="3660551" cy="1552961"/>
      </dsp:txXfrm>
    </dsp:sp>
    <dsp:sp modelId="{56E30BB8-BB73-403F-84DC-2EBDF8726C00}">
      <dsp:nvSpPr>
        <dsp:cNvPr id="0" name=""/>
        <dsp:cNvSpPr/>
      </dsp:nvSpPr>
      <dsp:spPr>
        <a:xfrm>
          <a:off x="140310" y="2477708"/>
          <a:ext cx="1552961" cy="15529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2CB508-91AF-4504-9B95-5D43F62EA942}">
      <dsp:nvSpPr>
        <dsp:cNvPr id="0" name=""/>
        <dsp:cNvSpPr/>
      </dsp:nvSpPr>
      <dsp:spPr>
        <a:xfrm>
          <a:off x="466432" y="2803830"/>
          <a:ext cx="900717" cy="9007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289B7F-40E7-47B2-B206-772422905A7B}">
      <dsp:nvSpPr>
        <dsp:cNvPr id="0" name=""/>
        <dsp:cNvSpPr/>
      </dsp:nvSpPr>
      <dsp:spPr>
        <a:xfrm>
          <a:off x="2026049" y="2477708"/>
          <a:ext cx="3660551" cy="1552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Reduces latency</a:t>
          </a:r>
          <a:endParaRPr lang="en-US" sz="2400" kern="1200"/>
        </a:p>
      </dsp:txBody>
      <dsp:txXfrm>
        <a:off x="2026049" y="2477708"/>
        <a:ext cx="3660551" cy="1552961"/>
      </dsp:txXfrm>
    </dsp:sp>
    <dsp:sp modelId="{287F7D5F-6710-4EA3-8A2D-E344291C43DB}">
      <dsp:nvSpPr>
        <dsp:cNvPr id="0" name=""/>
        <dsp:cNvSpPr/>
      </dsp:nvSpPr>
      <dsp:spPr>
        <a:xfrm>
          <a:off x="6324424" y="2477708"/>
          <a:ext cx="1552961" cy="15529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88DBB6-DC89-4590-A3C0-53798286A763}">
      <dsp:nvSpPr>
        <dsp:cNvPr id="0" name=""/>
        <dsp:cNvSpPr/>
      </dsp:nvSpPr>
      <dsp:spPr>
        <a:xfrm>
          <a:off x="6650546" y="2803830"/>
          <a:ext cx="900717" cy="90071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222879-31FE-46DF-BB5C-2315AA92A7F9}">
      <dsp:nvSpPr>
        <dsp:cNvPr id="0" name=""/>
        <dsp:cNvSpPr/>
      </dsp:nvSpPr>
      <dsp:spPr>
        <a:xfrm>
          <a:off x="8210162" y="2477708"/>
          <a:ext cx="3660551" cy="15529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Enhances Security &amp; changes in the pattern</a:t>
          </a:r>
          <a:endParaRPr lang="en-US" sz="2400" kern="1200"/>
        </a:p>
      </dsp:txBody>
      <dsp:txXfrm>
        <a:off x="8210162" y="2477708"/>
        <a:ext cx="3660551" cy="15529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187A7A-F1AD-4867-822B-917D51B29211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25898C-5208-41FD-B8CE-4FF9A60A778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99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5898C-5208-41FD-B8CE-4FF9A60A778A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5671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EBC15-B4BB-A1D0-EAE1-60F2443014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5C096F-F323-2B3E-F154-971E749D0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447F2-5E46-AC34-937B-600BF052E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1FD2-4C75-41EA-9EF8-7586D0FC5340}" type="datetime1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309A0-D376-7391-E74C-A29CA66DB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990EF-6BD8-563C-D86A-5E3457CD0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861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6FBCD-703E-BA7E-EDEB-DB6915527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C1E6A-711D-55A0-50BE-C51EA9642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75008-772B-FEC0-42A7-5D5BEACAE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D4672-E162-4C18-8498-64AC03CE02B5}" type="datetime1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2F893-0CE7-B56C-53FC-9D8EFE0C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7B0A7-47B0-1BBB-6639-6F874F586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215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7686B-7809-B51B-D760-214FD3AE1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54F39-C8B3-D30C-E10A-CD842F162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8CCFE-60BA-7072-B3DD-B18464AE1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E4D84-B1FC-463A-A8FC-83C99C2811BB}" type="datetime1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698F9-B26C-67FC-607B-783B777AC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DB6D1-81CF-BC5A-517A-A28E79EB8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0809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AC8BD-5B95-AF84-BE5F-CE62715BB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82CEE-01D8-DD05-8546-04E3DD845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CDBDCC-B22F-EB54-6C86-6AF6A70FC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24420-9648-860A-1D1D-E6AA38CB3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FCECE-D67A-444B-A79F-07482995D0E3}" type="datetime1">
              <a:rPr lang="en-GB" smtClean="0"/>
              <a:t>28/12/2025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33690B-8282-96EA-D1A6-AAC96B6A5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0BE71-67EC-F793-749E-032E9660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9766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0EF57-59CC-C38A-E9C2-52A72DFB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609F2-C8B2-2F56-8EB3-4E13C2BCC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F5068-8093-56FC-A0DE-DD86DF680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2CE3C7-4D8A-54B8-D1F9-9DDEE6C687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086E6B-3C24-0EEE-6643-D250BEAC09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4FED6C-A142-24AF-C424-1F0751D43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37A5-5156-41E3-905D-7B9C5EF382AD}" type="datetime1">
              <a:rPr lang="en-GB" smtClean="0"/>
              <a:t>28/12/2025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74695D-2190-BBE7-E129-3F079F6D6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06E6BF-1E1D-7683-579D-A2BDB3495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787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E4E7D-EA75-FA18-34A0-02EC358EC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F920-3FAC-A638-B4BA-B01297D41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9928D-E75D-4014-9F56-9059D0D81EF4}" type="datetime1">
              <a:rPr lang="en-GB" smtClean="0"/>
              <a:t>28/12/2025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23B84E-2C1B-411D-8312-7C3B696F4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F33C30-2DC1-63AC-B368-0795E522C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079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6E566D-3F0F-147D-51E6-34C7CDE1B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05E0-D1BA-46FD-898E-F6C56E0F085A}" type="datetime1">
              <a:rPr lang="en-GB" smtClean="0"/>
              <a:t>28/12/2025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E72686-EABA-B30E-36AE-26630B8A8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6E26F9-8128-3CC0-8107-50BA63AE9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371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88723-64D2-A6BC-6AB6-09908FBB3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48DA6-B709-3C90-7678-3ED494100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54887-ADC2-469F-0065-BAF286C90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61EB0-36ED-F8CF-8F57-65B525A38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AA41-046B-4E21-BC75-39CFA775F4DD}" type="datetime1">
              <a:rPr lang="en-GB" smtClean="0"/>
              <a:t>28/12/2025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AD9F3-1C0B-5047-443A-D827F7989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A9B5B-E33E-443E-F775-ECD7AD705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6401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064D6-70E7-6AA8-48E5-097F7FAA5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B0B8E5-1543-C1B3-3737-1B74647B8F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0452DC-6159-2EB3-1948-35493F5D4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8BC003-E908-92ED-9D0C-DDCBC9A9C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8857F-9124-4AE5-8DA4-C826C5953B0A}" type="datetime1">
              <a:rPr lang="en-GB" smtClean="0"/>
              <a:t>28/12/2025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E4544-65EE-2C65-5A23-21DF3F529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94E36-4738-56CB-4864-212632AA5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049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3DC22-7464-0F3D-F8B4-9F2F44D38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A13A9D-B716-9DEB-7501-C8149DC484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CEC8C-C266-0EDE-6A4C-ED962FFFF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7E0E6-E053-476A-8BB0-15D14A685776}" type="datetime1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7723A-F713-B551-186A-133D149CA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1D0CE-0CD8-0C64-69AF-C44E1C5FD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984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88F304-1627-0A3F-8415-ED0761B1A2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ADFCD-2433-903E-75D3-9240359E1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C8DF3-B56C-07B2-A85F-D01E3D07C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E7B33-B903-453C-B8D7-8CA98DF1447A}" type="datetime1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810FC-B534-B9BB-F201-823FEB4C7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Dr. Mnguni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C3AC8-F360-B928-F544-21584ADC1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204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82AA54-E61B-A2A5-14E6-ABF577961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B5F319-452A-8B21-2F2F-B228302A0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645E0-AB0C-47D5-51F8-55969499D5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918C55-1A1F-43E4-98D0-4972619F688A}" type="datetime1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3C2D6-DFC5-DCEB-F3DA-8E03B79EAE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Dr. Mnguni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C86B27-CC0D-0035-ACA4-48B4F5025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83837-7488-43F1-A241-BBF137CD6B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472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32A51-427C-1F65-08F2-84C843B51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987701"/>
            <a:ext cx="12191999" cy="63305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3600" b="1">
                <a:latin typeface="Calibri" panose="020F0502020204030204" pitchFamily="34" charset="0"/>
                <a:cs typeface="Calibri" panose="020F0502020204030204" pitchFamily="34" charset="0"/>
              </a:rPr>
              <a:t>Industrial Computing Design Project 3 - DES371S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EBE159-35B7-87AC-4974-B73F59DDF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139" y="4870299"/>
            <a:ext cx="11614188" cy="1926037"/>
          </a:xfrm>
        </p:spPr>
        <p:txBody>
          <a:bodyPr>
            <a:normAutofit/>
          </a:bodyPr>
          <a:lstStyle/>
          <a:p>
            <a:pPr algn="l"/>
            <a:r>
              <a:rPr lang="en-GB" sz="2000" dirty="0">
                <a:latin typeface="Calibri" panose="020F0502020204030204" pitchFamily="34" charset="0"/>
                <a:cs typeface="Calibri" panose="020F0502020204030204" pitchFamily="34" charset="0"/>
              </a:rPr>
              <a:t>Student Initials and Surname: L.B Dlangamandla</a:t>
            </a:r>
          </a:p>
          <a:p>
            <a:endParaRPr lang="en-GB" sz="1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65EBD-4613-F5E2-1234-E6E8702B6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58D0-6602-40BE-BEF0-E7E8585BE713}" type="slidenum">
              <a:rPr lang="en-GB" smtClean="0"/>
              <a:t>1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6F05B3-914E-7E07-D01B-EAF7A0D45254}"/>
              </a:ext>
            </a:extLst>
          </p:cNvPr>
          <p:cNvSpPr txBox="1"/>
          <p:nvPr/>
        </p:nvSpPr>
        <p:spPr>
          <a:xfrm>
            <a:off x="360139" y="3071494"/>
            <a:ext cx="107650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>
                <a:solidFill>
                  <a:srgbClr val="011C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Title of Project: Network Data </a:t>
            </a:r>
            <a:r>
              <a:rPr lang="en-GB" sz="3600" err="1">
                <a:solidFill>
                  <a:srgbClr val="011C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classisifaction</a:t>
            </a:r>
            <a:r>
              <a:rPr lang="en-GB" sz="3600">
                <a:solidFill>
                  <a:srgbClr val="011C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automatic resource allocation</a:t>
            </a:r>
          </a:p>
        </p:txBody>
      </p:sp>
      <p:pic>
        <p:nvPicPr>
          <p:cNvPr id="5" name="Picture 4" descr="interface">
            <a:extLst>
              <a:ext uri="{FF2B5EF4-FFF2-40B4-BE49-F238E27FC236}">
                <a16:creationId xmlns:a16="http://schemas.microsoft.com/office/drawing/2014/main" id="{0662043B-D290-D97F-D810-00FAAF39B5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03" t="26021" r="14982" b="41998"/>
          <a:stretch/>
        </p:blipFill>
        <p:spPr bwMode="auto">
          <a:xfrm>
            <a:off x="0" y="76200"/>
            <a:ext cx="5486401" cy="182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0881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3FB42C-99C6-5BD1-29EA-5E7DC3103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Dr.</a:t>
            </a:r>
            <a:r>
              <a:rPr lang="en-GB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C9E90D-7C72-ADE1-E562-C9AA1F29B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35966-2214-4926-BCE1-8A6B8A199F3B}" type="slidenum">
              <a:rPr lang="en-GB" smtClean="0"/>
              <a:t>2</a:t>
            </a:fld>
            <a:endParaRPr lang="en-GB"/>
          </a:p>
        </p:txBody>
      </p:sp>
      <p:pic>
        <p:nvPicPr>
          <p:cNvPr id="7" name="Picture 3" descr="logo">
            <a:extLst>
              <a:ext uri="{FF2B5EF4-FFF2-40B4-BE49-F238E27FC236}">
                <a16:creationId xmlns:a16="http://schemas.microsoft.com/office/drawing/2014/main" id="{72DE0237-3CCA-9E3B-9787-41C2E60F4C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" t="15132" r="2190" b="13157"/>
          <a:stretch/>
        </p:blipFill>
        <p:spPr>
          <a:xfrm>
            <a:off x="0" y="0"/>
            <a:ext cx="3248025" cy="1038226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BA35D925-4327-A637-08EC-C49F9830C731}"/>
              </a:ext>
            </a:extLst>
          </p:cNvPr>
          <p:cNvSpPr txBox="1">
            <a:spLocks/>
          </p:cNvSpPr>
          <p:nvPr/>
        </p:nvSpPr>
        <p:spPr>
          <a:xfrm>
            <a:off x="0" y="971550"/>
            <a:ext cx="12192000" cy="904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>
                <a:latin typeface="Calibri" panose="020F0502020204030204" pitchFamily="34" charset="0"/>
                <a:cs typeface="Calibri" panose="020F0502020204030204" pitchFamily="34" charset="0"/>
              </a:rPr>
              <a:t>Outline</a:t>
            </a:r>
            <a:r>
              <a:rPr lang="en-GB" b="1"/>
              <a:t> </a:t>
            </a:r>
            <a:endParaRPr lang="en-ZA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D5F0A2-FE0A-DD46-6658-770BB4420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5" y="2175367"/>
            <a:ext cx="12011025" cy="37110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1. Introduction</a:t>
            </a:r>
          </a:p>
          <a:p>
            <a:pPr marL="0" indent="0"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2. Project Objectives</a:t>
            </a:r>
          </a:p>
          <a:p>
            <a:pPr marL="0" indent="0"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3. System Design</a:t>
            </a:r>
          </a:p>
          <a:p>
            <a:pPr marL="0" indent="0">
              <a:buNone/>
            </a:pPr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4. Methodology</a:t>
            </a:r>
          </a:p>
          <a:p>
            <a:pPr marL="0" indent="0">
              <a:buNone/>
            </a:pPr>
            <a:r>
              <a:rPr lang="en-GB">
                <a:latin typeface="Calibri" panose="020F0502020204030204" pitchFamily="34" charset="0"/>
                <a:cs typeface="Calibri" panose="020F0502020204030204" pitchFamily="34" charset="0"/>
              </a:rPr>
              <a:t>5. Management (GA 11)</a:t>
            </a:r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>
                <a:latin typeface="Calibri" panose="020F0502020204030204" pitchFamily="34" charset="0"/>
                <a:cs typeface="Calibri" panose="020F0502020204030204" pitchFamily="34" charset="0"/>
              </a:rPr>
              <a:t>6. Conclusion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038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4296-99EC-D062-733D-28284B88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>
                <a:latin typeface="Calibri" panose="020F0502020204030204" pitchFamily="34" charset="0"/>
                <a:cs typeface="Calibri" panose="020F0502020204030204" pitchFamily="34" charset="0"/>
              </a:rPr>
              <a:t>1. Introduction</a:t>
            </a:r>
            <a:endParaRPr lang="en-ZA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30DD-CBDF-E411-2A8D-0179F26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Dr.</a:t>
            </a:r>
            <a:r>
              <a:rPr lang="en-GB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B9200-2E84-04A5-CC05-9F66821C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3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CDFA1C-2C76-ADB4-6202-134A280E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5" y="1895060"/>
            <a:ext cx="12011025" cy="43599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>
                <a:latin typeface="Calibri" panose="020F0502020204030204" pitchFamily="34" charset="0"/>
                <a:cs typeface="Calibri" panose="020F0502020204030204" pitchFamily="34" charset="0"/>
              </a:rPr>
              <a:t>	Congestion, network performance				Demands in network 	         	</a:t>
            </a:r>
            <a:r>
              <a:rPr lang="en-GB" sz="2400" err="1">
                <a:latin typeface="Calibri" panose="020F0502020204030204" pitchFamily="34" charset="0"/>
                <a:cs typeface="Calibri" panose="020F0502020204030204" pitchFamily="34" charset="0"/>
              </a:rPr>
              <a:t>Realt</a:t>
            </a:r>
            <a:r>
              <a:rPr lang="en-GB" sz="2400">
                <a:latin typeface="Calibri" panose="020F0502020204030204" pitchFamily="34" charset="0"/>
                <a:cs typeface="Calibri" panose="020F0502020204030204" pitchFamily="34" charset="0"/>
              </a:rPr>
              <a:t> –time Decision, misclassification	             		resources for cloud										computing 5G</a:t>
            </a:r>
          </a:p>
          <a:p>
            <a:pPr marL="0" indent="0">
              <a:buNone/>
            </a:pPr>
            <a:endParaRPr lang="en-GB" sz="2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sz="2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sz="2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GB" sz="2400">
                <a:latin typeface="Calibri" panose="020F0502020204030204" pitchFamily="34" charset="0"/>
                <a:cs typeface="Calibri" panose="020F0502020204030204" pitchFamily="34" charset="0"/>
              </a:rPr>
              <a:t>	The projects integrates SDNs,					Improves real-time 	performance network,  					and Network management</a:t>
            </a:r>
          </a:p>
          <a:p>
            <a:pPr marL="0" indent="0">
              <a:buNone/>
            </a:pPr>
            <a:r>
              <a:rPr lang="en-GB" sz="2400">
                <a:latin typeface="Calibri" panose="020F0502020204030204" pitchFamily="34" charset="0"/>
                <a:cs typeface="Calibri" panose="020F0502020204030204" pitchFamily="34" charset="0"/>
              </a:rPr>
              <a:t>	Machine Learning						ensures efficient use of 									resources</a:t>
            </a:r>
          </a:p>
        </p:txBody>
      </p:sp>
      <p:pic>
        <p:nvPicPr>
          <p:cNvPr id="11" name="Picture 3" descr="logo">
            <a:extLst>
              <a:ext uri="{FF2B5EF4-FFF2-40B4-BE49-F238E27FC236}">
                <a16:creationId xmlns:a16="http://schemas.microsoft.com/office/drawing/2014/main" id="{28B3CB07-CB2D-D575-5AAF-0AD459DA24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" t="15132" r="2190" b="13157"/>
          <a:stretch/>
        </p:blipFill>
        <p:spPr>
          <a:xfrm>
            <a:off x="0" y="0"/>
            <a:ext cx="3248025" cy="1038226"/>
          </a:xfrm>
          <a:prstGeom prst="rect">
            <a:avLst/>
          </a:prstGeom>
          <a:noFill/>
        </p:spPr>
      </p:pic>
      <p:pic>
        <p:nvPicPr>
          <p:cNvPr id="6" name="Picture 5" descr="A cloud with a globe and a cloud&#10;&#10;AI-generated content may be incorrect.">
            <a:extLst>
              <a:ext uri="{FF2B5EF4-FFF2-40B4-BE49-F238E27FC236}">
                <a16:creationId xmlns:a16="http://schemas.microsoft.com/office/drawing/2014/main" id="{B4A7F8F8-EF16-A8AC-C014-B8F7D6C4FA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2009776"/>
            <a:ext cx="1000124" cy="1000124"/>
          </a:xfrm>
          <a:prstGeom prst="rect">
            <a:avLst/>
          </a:prstGeom>
        </p:spPr>
      </p:pic>
      <p:pic>
        <p:nvPicPr>
          <p:cNvPr id="8" name="Picture 7" descr="A diagram of a cloud network&#10;&#10;AI-generated content may be incorrect.">
            <a:extLst>
              <a:ext uri="{FF2B5EF4-FFF2-40B4-BE49-F238E27FC236}">
                <a16:creationId xmlns:a16="http://schemas.microsoft.com/office/drawing/2014/main" id="{F53A4CC6-BF47-2B4F-7FC2-CBE8B62604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987" y="1822310"/>
            <a:ext cx="2443163" cy="1606690"/>
          </a:xfrm>
          <a:prstGeom prst="rect">
            <a:avLst/>
          </a:prstGeom>
        </p:spPr>
      </p:pic>
      <p:pic>
        <p:nvPicPr>
          <p:cNvPr id="12" name="Picture 11" descr="A collection of blue icons&#10;&#10;AI-generated content may be incorrect.">
            <a:extLst>
              <a:ext uri="{FF2B5EF4-FFF2-40B4-BE49-F238E27FC236}">
                <a16:creationId xmlns:a16="http://schemas.microsoft.com/office/drawing/2014/main" id="{DBD0B012-A576-41AB-CC3D-9462062DAE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773" b="32515"/>
          <a:stretch>
            <a:fillRect/>
          </a:stretch>
        </p:blipFill>
        <p:spPr>
          <a:xfrm>
            <a:off x="180975" y="4269801"/>
            <a:ext cx="868012" cy="790637"/>
          </a:xfrm>
          <a:prstGeom prst="rect">
            <a:avLst/>
          </a:prstGeom>
        </p:spPr>
      </p:pic>
      <p:pic>
        <p:nvPicPr>
          <p:cNvPr id="14" name="Picture 13" descr="A cloud computing diagram with several servers&#10;&#10;AI-generated content may be incorrect.">
            <a:extLst>
              <a:ext uri="{FF2B5EF4-FFF2-40B4-BE49-F238E27FC236}">
                <a16:creationId xmlns:a16="http://schemas.microsoft.com/office/drawing/2014/main" id="{7AB92067-7E6E-80B6-3750-57EEBC1E24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60" t="31116" r="27104" b="27604"/>
          <a:stretch>
            <a:fillRect/>
          </a:stretch>
        </p:blipFill>
        <p:spPr>
          <a:xfrm>
            <a:off x="182088" y="5133188"/>
            <a:ext cx="866899" cy="916128"/>
          </a:xfrm>
          <a:prstGeom prst="rect">
            <a:avLst/>
          </a:prstGeom>
        </p:spPr>
      </p:pic>
      <p:pic>
        <p:nvPicPr>
          <p:cNvPr id="16" name="Picture 15" descr="A logo of a globe connected to cubes&#10;&#10;AI-generated content may be incorrect.">
            <a:extLst>
              <a:ext uri="{FF2B5EF4-FFF2-40B4-BE49-F238E27FC236}">
                <a16:creationId xmlns:a16="http://schemas.microsoft.com/office/drawing/2014/main" id="{19620A9B-D0E5-0EBA-96FF-4EC26FF675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6005" y="4061625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951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4296-99EC-D062-733D-28284B88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>
                <a:latin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Project Objectives</a:t>
            </a:r>
            <a:endParaRPr lang="en-ZA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30DD-CBDF-E411-2A8D-0179F26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Dr.</a:t>
            </a:r>
            <a:r>
              <a:rPr lang="en-GB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B9200-2E84-04A5-CC05-9F66821C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4</a:t>
            </a:fld>
            <a:endParaRPr lang="en-GB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E561D128-2EB5-5E6F-47D5-07B44F150A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4226443"/>
              </p:ext>
            </p:extLst>
          </p:nvPr>
        </p:nvGraphicFramePr>
        <p:xfrm>
          <a:off x="90487" y="1893257"/>
          <a:ext cx="12011025" cy="4235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3" descr="logo">
            <a:extLst>
              <a:ext uri="{FF2B5EF4-FFF2-40B4-BE49-F238E27FC236}">
                <a16:creationId xmlns:a16="http://schemas.microsoft.com/office/drawing/2014/main" id="{FA2C45E7-632F-5734-7496-9C7DBA4921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" t="15132" r="2190" b="13157"/>
          <a:stretch/>
        </p:blipFill>
        <p:spPr>
          <a:xfrm>
            <a:off x="0" y="0"/>
            <a:ext cx="3248025" cy="10382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33602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4296-99EC-D062-733D-28284B88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>
                <a:latin typeface="Calibri" panose="020F0502020204030204" pitchFamily="34" charset="0"/>
                <a:cs typeface="Calibri" panose="020F0502020204030204" pitchFamily="34" charset="0"/>
              </a:rPr>
              <a:t>3. System Design</a:t>
            </a:r>
            <a:endParaRPr lang="en-ZA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30DD-CBDF-E411-2A8D-0179F26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Dr.</a:t>
            </a:r>
            <a:r>
              <a:rPr lang="en-GB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B9200-2E84-04A5-CC05-9F66821C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5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CDFA1C-2C76-ADB4-6202-134A280E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5" y="1895060"/>
            <a:ext cx="12011025" cy="4359965"/>
          </a:xfrm>
        </p:spPr>
        <p:txBody>
          <a:bodyPr/>
          <a:lstStyle/>
          <a:p>
            <a:pPr marL="0" indent="0">
              <a:buNone/>
            </a:pPr>
            <a:endParaRPr lang="en-GB" sz="2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ZA"/>
          </a:p>
        </p:txBody>
      </p:sp>
      <p:pic>
        <p:nvPicPr>
          <p:cNvPr id="11" name="Picture 3" descr="logo">
            <a:extLst>
              <a:ext uri="{FF2B5EF4-FFF2-40B4-BE49-F238E27FC236}">
                <a16:creationId xmlns:a16="http://schemas.microsoft.com/office/drawing/2014/main" id="{28B3CB07-CB2D-D575-5AAF-0AD459DA24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" t="15132" r="2190" b="13157"/>
          <a:stretch/>
        </p:blipFill>
        <p:spPr>
          <a:xfrm>
            <a:off x="0" y="0"/>
            <a:ext cx="3248025" cy="1038226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0FD131-6437-D0B2-F0CF-47E7E08F4E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832" t="18702" r="23888" b="7314"/>
          <a:stretch>
            <a:fillRect/>
          </a:stretch>
        </p:blipFill>
        <p:spPr>
          <a:xfrm>
            <a:off x="1567542" y="1538134"/>
            <a:ext cx="6495803" cy="507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771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4296-99EC-D062-733D-28284B88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>
                <a:latin typeface="Calibri" panose="020F0502020204030204" pitchFamily="34" charset="0"/>
                <a:cs typeface="Calibri" panose="020F0502020204030204" pitchFamily="34" charset="0"/>
              </a:rPr>
              <a:t>4. Methodology</a:t>
            </a:r>
            <a:endParaRPr lang="en-ZA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30DD-CBDF-E411-2A8D-0179F26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Dr.</a:t>
            </a:r>
            <a:r>
              <a:rPr lang="en-GB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B9200-2E84-04A5-CC05-9F66821C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6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CDFA1C-2C76-ADB4-6202-134A280E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5" y="1996385"/>
            <a:ext cx="12011025" cy="4359965"/>
          </a:xfrm>
        </p:spPr>
        <p:txBody>
          <a:bodyPr/>
          <a:lstStyle/>
          <a:p>
            <a:pPr marL="0" indent="0">
              <a:buNone/>
            </a:pPr>
            <a:endParaRPr lang="en-GB" sz="2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/>
          </a:p>
        </p:txBody>
      </p:sp>
      <p:pic>
        <p:nvPicPr>
          <p:cNvPr id="11" name="Picture 3" descr="logo">
            <a:extLst>
              <a:ext uri="{FF2B5EF4-FFF2-40B4-BE49-F238E27FC236}">
                <a16:creationId xmlns:a16="http://schemas.microsoft.com/office/drawing/2014/main" id="{28B3CB07-CB2D-D575-5AAF-0AD459DA24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" t="15132" r="2190" b="13157"/>
          <a:stretch/>
        </p:blipFill>
        <p:spPr>
          <a:xfrm>
            <a:off x="0" y="0"/>
            <a:ext cx="3248025" cy="1038226"/>
          </a:xfrm>
          <a:prstGeom prst="rect">
            <a:avLst/>
          </a:prstGeom>
          <a:noFill/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AAEBF44B-17F2-CFEF-805A-03FF5649E9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6994630"/>
              </p:ext>
            </p:extLst>
          </p:nvPr>
        </p:nvGraphicFramePr>
        <p:xfrm>
          <a:off x="180975" y="1914110"/>
          <a:ext cx="12011025" cy="4359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81363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4296-99EC-D062-733D-28284B88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>
                <a:latin typeface="Calibri" panose="020F0502020204030204" pitchFamily="34" charset="0"/>
                <a:cs typeface="Calibri" panose="020F0502020204030204" pitchFamily="34" charset="0"/>
              </a:rPr>
              <a:t>6. Management (GA 11) </a:t>
            </a:r>
            <a:endParaRPr lang="en-ZA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30DD-CBDF-E411-2A8D-0179F26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Dr.</a:t>
            </a:r>
            <a:r>
              <a:rPr lang="en-GB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B9200-2E84-04A5-CC05-9F66821C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7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CDFA1C-2C76-ADB4-6202-134A280E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95060"/>
            <a:ext cx="12192000" cy="56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00A7E2"/>
                </a:solidFill>
              </a:rPr>
              <a:t>6.1 Proposal:</a:t>
            </a:r>
          </a:p>
        </p:txBody>
      </p:sp>
      <p:pic>
        <p:nvPicPr>
          <p:cNvPr id="11" name="Picture 3" descr="logo">
            <a:extLst>
              <a:ext uri="{FF2B5EF4-FFF2-40B4-BE49-F238E27FC236}">
                <a16:creationId xmlns:a16="http://schemas.microsoft.com/office/drawing/2014/main" id="{28B3CB07-CB2D-D575-5AAF-0AD459DA24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" t="15132" r="2190" b="13157"/>
          <a:stretch/>
        </p:blipFill>
        <p:spPr>
          <a:xfrm>
            <a:off x="0" y="0"/>
            <a:ext cx="3248025" cy="1038226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D18A0-3FF4-1AA0-1E7D-23B2698707F8}"/>
              </a:ext>
            </a:extLst>
          </p:cNvPr>
          <p:cNvSpPr txBox="1">
            <a:spLocks/>
          </p:cNvSpPr>
          <p:nvPr/>
        </p:nvSpPr>
        <p:spPr>
          <a:xfrm>
            <a:off x="1" y="2458623"/>
            <a:ext cx="12191999" cy="397483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Problem Understanding:</a:t>
            </a:r>
            <a:r>
              <a:rPr lang="en-US" sz="2400">
                <a:ea typeface="+mn-lt"/>
                <a:cs typeface="+mn-lt"/>
              </a:rPr>
              <a:t> </a:t>
            </a:r>
            <a:br>
              <a:rPr lang="en-US" sz="240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Modern networks struggle with dynamic and unpredictable traffic, leading to congestion and inefficient bandwidth use.</a:t>
            </a:r>
            <a:br>
              <a:rPr lang="en-US" sz="2400">
                <a:ea typeface="+mn-lt"/>
                <a:cs typeface="+mn-lt"/>
              </a:rPr>
            </a:br>
            <a:endParaRPr lang="en-US" sz="24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Client Needs</a:t>
            </a:r>
            <a:r>
              <a:rPr lang="en-US" sz="2400">
                <a:ea typeface="+mn-lt"/>
                <a:cs typeface="+mn-lt"/>
              </a:rPr>
              <a:t>:</a:t>
            </a:r>
            <a:br>
              <a:rPr lang="en-US" sz="240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Automatically classify and prioritize network traffic,</a:t>
            </a:r>
            <a:r>
              <a:rPr lang="en-US" sz="2400" b="1">
                <a:ea typeface="+mn-lt"/>
                <a:cs typeface="+mn-lt"/>
              </a:rPr>
              <a:t> </a:t>
            </a:r>
            <a:r>
              <a:rPr lang="en-US" sz="2400">
                <a:ea typeface="+mn-lt"/>
                <a:cs typeface="+mn-lt"/>
              </a:rPr>
              <a:t>Enable efficient, QoS-aware resource allocation, integrate with </a:t>
            </a:r>
            <a:r>
              <a:rPr lang="en-US" sz="2400" err="1">
                <a:ea typeface="+mn-lt"/>
                <a:cs typeface="+mn-lt"/>
              </a:rPr>
              <a:t>OpenDaylight</a:t>
            </a:r>
            <a:r>
              <a:rPr lang="en-US" sz="2400">
                <a:ea typeface="+mn-lt"/>
                <a:cs typeface="+mn-lt"/>
              </a:rPr>
              <a:t> (ODL) in a GNS3 + </a:t>
            </a:r>
            <a:r>
              <a:rPr lang="en-US" sz="2400" err="1">
                <a:ea typeface="+mn-lt"/>
                <a:cs typeface="+mn-lt"/>
              </a:rPr>
              <a:t>VyOS</a:t>
            </a:r>
            <a:r>
              <a:rPr lang="en-US" sz="2400">
                <a:ea typeface="+mn-lt"/>
                <a:cs typeface="+mn-lt"/>
              </a:rPr>
              <a:t> virtual network, and achieve accuracy, scalability, and automation.</a:t>
            </a:r>
            <a:endParaRPr lang="en-US"/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Proposed Plan:</a:t>
            </a:r>
            <a:br>
              <a:rPr lang="en-US" sz="2400" b="1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1. Build SDN topology (</a:t>
            </a:r>
            <a:r>
              <a:rPr lang="en-US" sz="2400" err="1">
                <a:ea typeface="+mn-lt"/>
                <a:cs typeface="+mn-lt"/>
              </a:rPr>
              <a:t>VyOS</a:t>
            </a:r>
            <a:r>
              <a:rPr lang="en-US" sz="2400">
                <a:ea typeface="+mn-lt"/>
                <a:cs typeface="+mn-lt"/>
              </a:rPr>
              <a:t> routers + ODL).</a:t>
            </a:r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2. Capture and process traffic (Wireshark/</a:t>
            </a:r>
            <a:r>
              <a:rPr lang="en-US" sz="2400" err="1">
                <a:ea typeface="+mn-lt"/>
                <a:cs typeface="+mn-lt"/>
              </a:rPr>
              <a:t>tshark</a:t>
            </a:r>
            <a:r>
              <a:rPr lang="en-US" sz="2400">
                <a:ea typeface="+mn-lt"/>
                <a:cs typeface="+mn-lt"/>
              </a:rPr>
              <a:t>).</a:t>
            </a:r>
            <a:endParaRPr lang="en-US"/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3. Extract key flow features.</a:t>
            </a:r>
            <a:endParaRPr lang="en-US"/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4. Train a </a:t>
            </a:r>
            <a:r>
              <a:rPr lang="en-US" sz="2400" b="1">
                <a:ea typeface="+mn-lt"/>
                <a:cs typeface="+mn-lt"/>
              </a:rPr>
              <a:t>Random Forest Classifier</a:t>
            </a:r>
            <a:r>
              <a:rPr lang="en-US" sz="2400">
                <a:ea typeface="+mn-lt"/>
                <a:cs typeface="+mn-lt"/>
              </a:rPr>
              <a:t> for traffic types.</a:t>
            </a:r>
            <a:endParaRPr lang="en-US"/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5. Test automated classification in ODL.</a:t>
            </a:r>
            <a:endParaRPr lang="en-US"/>
          </a:p>
          <a:p>
            <a:pPr marL="0" indent="0">
              <a:buNone/>
            </a:pPr>
            <a:endParaRPr lang="en-US" sz="2400" b="1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0924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4296-99EC-D062-733D-28284B88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>
                <a:latin typeface="Calibri" panose="020F0502020204030204" pitchFamily="34" charset="0"/>
                <a:cs typeface="Calibri" panose="020F0502020204030204" pitchFamily="34" charset="0"/>
              </a:rPr>
              <a:t>6. Management (GA 11) </a:t>
            </a:r>
            <a:endParaRPr lang="en-ZA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30DD-CBDF-E411-2A8D-0179F26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Dr.</a:t>
            </a:r>
            <a:r>
              <a:rPr lang="en-GB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B9200-2E84-04A5-CC05-9F66821C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8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CDFA1C-2C76-ADB4-6202-134A280E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95060"/>
            <a:ext cx="12192000" cy="5635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00A7E2"/>
                </a:solidFill>
              </a:rPr>
              <a:t>6.2 Budget:</a:t>
            </a:r>
          </a:p>
          <a:p>
            <a:pPr marL="0" indent="0">
              <a:buNone/>
            </a:pPr>
            <a:endParaRPr lang="en-US" b="1">
              <a:solidFill>
                <a:srgbClr val="00A7E2"/>
              </a:solidFill>
            </a:endParaRPr>
          </a:p>
        </p:txBody>
      </p:sp>
      <p:pic>
        <p:nvPicPr>
          <p:cNvPr id="11" name="Picture 3" descr="logo">
            <a:extLst>
              <a:ext uri="{FF2B5EF4-FFF2-40B4-BE49-F238E27FC236}">
                <a16:creationId xmlns:a16="http://schemas.microsoft.com/office/drawing/2014/main" id="{28B3CB07-CB2D-D575-5AAF-0AD459DA24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" t="15132" r="2190" b="13157"/>
          <a:stretch/>
        </p:blipFill>
        <p:spPr>
          <a:xfrm>
            <a:off x="0" y="0"/>
            <a:ext cx="3248025" cy="1038226"/>
          </a:xfrm>
          <a:prstGeom prst="rect">
            <a:avLst/>
          </a:prstGeom>
          <a:noFill/>
        </p:spPr>
      </p:pic>
      <p:pic>
        <p:nvPicPr>
          <p:cNvPr id="6" name="Picture 5" descr="A green and black symbol with a black pen next to a red stamp&#10;&#10;AI-generated content may be incorrect.">
            <a:extLst>
              <a:ext uri="{FF2B5EF4-FFF2-40B4-BE49-F238E27FC236}">
                <a16:creationId xmlns:a16="http://schemas.microsoft.com/office/drawing/2014/main" id="{085F4AD8-BE93-40BD-CC63-A98F4EF44C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947" b="5825"/>
          <a:stretch>
            <a:fillRect/>
          </a:stretch>
        </p:blipFill>
        <p:spPr>
          <a:xfrm>
            <a:off x="1" y="2465614"/>
            <a:ext cx="1261515" cy="13275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017C98-EEA4-F9D5-D5DC-EFE12922E75E}"/>
              </a:ext>
            </a:extLst>
          </p:cNvPr>
          <p:cNvSpPr txBox="1"/>
          <p:nvPr/>
        </p:nvSpPr>
        <p:spPr>
          <a:xfrm>
            <a:off x="1543050" y="2571749"/>
            <a:ext cx="105156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There was no fee spent in making the project</a:t>
            </a:r>
          </a:p>
        </p:txBody>
      </p:sp>
    </p:spTree>
    <p:extLst>
      <p:ext uri="{BB962C8B-B14F-4D97-AF65-F5344CB8AC3E}">
        <p14:creationId xmlns:p14="http://schemas.microsoft.com/office/powerpoint/2010/main" val="2916550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4296-99EC-D062-733D-28284B88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>
                <a:latin typeface="Calibri" panose="020F0502020204030204" pitchFamily="34" charset="0"/>
                <a:cs typeface="Calibri" panose="020F0502020204030204" pitchFamily="34" charset="0"/>
              </a:rPr>
              <a:t>6. Management (GA 11) </a:t>
            </a:r>
            <a:endParaRPr lang="en-ZA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30DD-CBDF-E411-2A8D-0179F26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Dr.</a:t>
            </a:r>
            <a:r>
              <a:rPr lang="en-GB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B9200-2E84-04A5-CC05-9F66821C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9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CDFA1C-2C76-ADB4-6202-134A280E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95060"/>
            <a:ext cx="12192000" cy="56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00A7E2"/>
                </a:solidFill>
              </a:rPr>
              <a:t>6.3 Risk Analysis:</a:t>
            </a:r>
          </a:p>
        </p:txBody>
      </p:sp>
      <p:pic>
        <p:nvPicPr>
          <p:cNvPr id="11" name="Picture 3" descr="logo">
            <a:extLst>
              <a:ext uri="{FF2B5EF4-FFF2-40B4-BE49-F238E27FC236}">
                <a16:creationId xmlns:a16="http://schemas.microsoft.com/office/drawing/2014/main" id="{28B3CB07-CB2D-D575-5AAF-0AD459DA24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" t="15132" r="2190" b="13157"/>
          <a:stretch/>
        </p:blipFill>
        <p:spPr>
          <a:xfrm>
            <a:off x="0" y="0"/>
            <a:ext cx="3248025" cy="1038226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D18A0-3FF4-1AA0-1E7D-23B2698707F8}"/>
              </a:ext>
            </a:extLst>
          </p:cNvPr>
          <p:cNvSpPr txBox="1">
            <a:spLocks/>
          </p:cNvSpPr>
          <p:nvPr/>
        </p:nvSpPr>
        <p:spPr>
          <a:xfrm>
            <a:off x="1" y="2458623"/>
            <a:ext cx="12191998" cy="3974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40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FF94291-A408-F701-7BD4-F263EFAA57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1646264"/>
              </p:ext>
            </p:extLst>
          </p:nvPr>
        </p:nvGraphicFramePr>
        <p:xfrm>
          <a:off x="2" y="2182603"/>
          <a:ext cx="12191998" cy="3974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81881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4296-99EC-D062-733D-28284B88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>
                <a:latin typeface="Calibri" panose="020F0502020204030204" pitchFamily="34" charset="0"/>
                <a:cs typeface="Calibri" panose="020F0502020204030204" pitchFamily="34" charset="0"/>
              </a:rPr>
              <a:t>6. Management (GA 11) </a:t>
            </a:r>
            <a:endParaRPr lang="en-ZA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30DD-CBDF-E411-2A8D-0179F26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Dr.</a:t>
            </a:r>
            <a:r>
              <a:rPr lang="en-GB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B9200-2E84-04A5-CC05-9F66821C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10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CDFA1C-2C76-ADB4-6202-134A280E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95060"/>
            <a:ext cx="12192000" cy="56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00A7E2"/>
                </a:solidFill>
              </a:rPr>
              <a:t>6.4 Time and Change Management:</a:t>
            </a:r>
          </a:p>
        </p:txBody>
      </p:sp>
      <p:pic>
        <p:nvPicPr>
          <p:cNvPr id="11" name="Picture 3" descr="logo">
            <a:extLst>
              <a:ext uri="{FF2B5EF4-FFF2-40B4-BE49-F238E27FC236}">
                <a16:creationId xmlns:a16="http://schemas.microsoft.com/office/drawing/2014/main" id="{28B3CB07-CB2D-D575-5AAF-0AD459DA24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" t="15132" r="2190" b="13157"/>
          <a:stretch/>
        </p:blipFill>
        <p:spPr>
          <a:xfrm>
            <a:off x="0" y="0"/>
            <a:ext cx="3248025" cy="1038226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D18A0-3FF4-1AA0-1E7D-23B2698707F8}"/>
              </a:ext>
            </a:extLst>
          </p:cNvPr>
          <p:cNvSpPr txBox="1">
            <a:spLocks/>
          </p:cNvSpPr>
          <p:nvPr/>
        </p:nvSpPr>
        <p:spPr>
          <a:xfrm>
            <a:off x="1" y="2458623"/>
            <a:ext cx="12191998" cy="3974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400">
              <a:solidFill>
                <a:srgbClr val="0B1455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3DF2AF-7D0A-1C84-DD88-721E360A5E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6" t="18873" r="12422" b="29777"/>
          <a:stretch>
            <a:fillRect/>
          </a:stretch>
        </p:blipFill>
        <p:spPr>
          <a:xfrm>
            <a:off x="388785" y="2463022"/>
            <a:ext cx="11298103" cy="3578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416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4296-99EC-D062-733D-28284B88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>
                <a:latin typeface="Calibri" panose="020F0502020204030204" pitchFamily="34" charset="0"/>
                <a:cs typeface="Calibri" panose="020F0502020204030204" pitchFamily="34" charset="0"/>
              </a:rPr>
              <a:t>6. Management (GA 11) </a:t>
            </a:r>
            <a:endParaRPr lang="en-ZA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30DD-CBDF-E411-2A8D-0179F26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Dr.</a:t>
            </a:r>
            <a:r>
              <a:rPr lang="en-GB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B9200-2E84-04A5-CC05-9F66821C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11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CDFA1C-2C76-ADB4-6202-134A280E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95060"/>
            <a:ext cx="12192000" cy="56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00A7E2"/>
                </a:solidFill>
              </a:rPr>
              <a:t>6.5 Quality Assurance:</a:t>
            </a:r>
          </a:p>
        </p:txBody>
      </p:sp>
      <p:pic>
        <p:nvPicPr>
          <p:cNvPr id="11" name="Picture 3" descr="logo">
            <a:extLst>
              <a:ext uri="{FF2B5EF4-FFF2-40B4-BE49-F238E27FC236}">
                <a16:creationId xmlns:a16="http://schemas.microsoft.com/office/drawing/2014/main" id="{28B3CB07-CB2D-D575-5AAF-0AD459DA24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" t="15132" r="2190" b="13157"/>
          <a:stretch/>
        </p:blipFill>
        <p:spPr>
          <a:xfrm>
            <a:off x="0" y="0"/>
            <a:ext cx="3248025" cy="1038226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D18A0-3FF4-1AA0-1E7D-23B2698707F8}"/>
              </a:ext>
            </a:extLst>
          </p:cNvPr>
          <p:cNvSpPr txBox="1">
            <a:spLocks/>
          </p:cNvSpPr>
          <p:nvPr/>
        </p:nvSpPr>
        <p:spPr>
          <a:xfrm>
            <a:off x="1" y="2458623"/>
            <a:ext cx="12191999" cy="3974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400">
              <a:solidFill>
                <a:srgbClr val="0B1455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25D46E7-AC20-8808-E311-981101AF78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5401289"/>
              </p:ext>
            </p:extLst>
          </p:nvPr>
        </p:nvGraphicFramePr>
        <p:xfrm>
          <a:off x="0" y="2602632"/>
          <a:ext cx="12191999" cy="3974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56747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4296-99EC-D062-733D-28284B88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>
                <a:latin typeface="Calibri" panose="020F0502020204030204" pitchFamily="34" charset="0"/>
                <a:cs typeface="Calibri" panose="020F0502020204030204" pitchFamily="34" charset="0"/>
              </a:rPr>
              <a:t>6. Management (GA 11) </a:t>
            </a:r>
            <a:endParaRPr lang="en-ZA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30DD-CBDF-E411-2A8D-0179F26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Dr.</a:t>
            </a:r>
            <a:r>
              <a:rPr lang="en-GB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B9200-2E84-04A5-CC05-9F66821C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12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CDFA1C-2C76-ADB4-6202-134A280E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95060"/>
            <a:ext cx="12192000" cy="56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00A7E2"/>
                </a:solidFill>
              </a:rPr>
              <a:t>6.6 Economics Principles:</a:t>
            </a:r>
          </a:p>
        </p:txBody>
      </p:sp>
      <p:pic>
        <p:nvPicPr>
          <p:cNvPr id="11" name="Picture 3" descr="logo">
            <a:extLst>
              <a:ext uri="{FF2B5EF4-FFF2-40B4-BE49-F238E27FC236}">
                <a16:creationId xmlns:a16="http://schemas.microsoft.com/office/drawing/2014/main" id="{28B3CB07-CB2D-D575-5AAF-0AD459DA24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" t="15132" r="2190" b="13157"/>
          <a:stretch/>
        </p:blipFill>
        <p:spPr>
          <a:xfrm>
            <a:off x="0" y="0"/>
            <a:ext cx="3248025" cy="10382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5527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4296-99EC-D062-733D-28284B88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>
                <a:latin typeface="Calibri" panose="020F0502020204030204" pitchFamily="34" charset="0"/>
                <a:cs typeface="Calibri" panose="020F0502020204030204" pitchFamily="34" charset="0"/>
              </a:rPr>
              <a:t>6. Management (GA 11) </a:t>
            </a:r>
            <a:endParaRPr lang="en-ZA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30DD-CBDF-E411-2A8D-0179F26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Dr.</a:t>
            </a:r>
            <a:r>
              <a:rPr lang="en-GB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B9200-2E84-04A5-CC05-9F66821C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13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CDFA1C-2C76-ADB4-6202-134A280E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95060"/>
            <a:ext cx="12192000" cy="56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00A7E2"/>
                </a:solidFill>
              </a:rPr>
              <a:t>6.7 Evaluation of Project Outcomes:</a:t>
            </a:r>
          </a:p>
        </p:txBody>
      </p:sp>
      <p:pic>
        <p:nvPicPr>
          <p:cNvPr id="11" name="Picture 3" descr="logo">
            <a:extLst>
              <a:ext uri="{FF2B5EF4-FFF2-40B4-BE49-F238E27FC236}">
                <a16:creationId xmlns:a16="http://schemas.microsoft.com/office/drawing/2014/main" id="{28B3CB07-CB2D-D575-5AAF-0AD459DA24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" t="15132" r="2190" b="13157"/>
          <a:stretch/>
        </p:blipFill>
        <p:spPr>
          <a:xfrm>
            <a:off x="0" y="0"/>
            <a:ext cx="3248025" cy="1038226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D18A0-3FF4-1AA0-1E7D-23B2698707F8}"/>
              </a:ext>
            </a:extLst>
          </p:cNvPr>
          <p:cNvSpPr txBox="1">
            <a:spLocks/>
          </p:cNvSpPr>
          <p:nvPr/>
        </p:nvSpPr>
        <p:spPr>
          <a:xfrm>
            <a:off x="1" y="2458623"/>
            <a:ext cx="12191999" cy="3974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>
              <a:solidFill>
                <a:srgbClr val="0B1455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129BBE-4AAE-9D5A-51BA-96D39C9685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49" y="2312308"/>
            <a:ext cx="8927757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426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F34B7-CD30-9A68-0A20-66CC13B64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53D3D-81F6-9121-8098-51F02E939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>
                <a:latin typeface="Calibri" panose="020F0502020204030204" pitchFamily="34" charset="0"/>
                <a:cs typeface="Calibri" panose="020F0502020204030204" pitchFamily="34" charset="0"/>
              </a:rPr>
              <a:t>6. Management (GA 11) </a:t>
            </a:r>
            <a:endParaRPr lang="en-ZA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DE196A-F24C-BC75-A1AD-1773AD66F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Dr.</a:t>
            </a:r>
            <a:r>
              <a:rPr lang="en-GB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6B6414-9C68-51F4-26B1-3462E6F14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14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6B1E9B-8012-E2F6-AE27-5F0C98AE4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95060"/>
            <a:ext cx="12192000" cy="56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00A7E2"/>
                </a:solidFill>
              </a:rPr>
              <a:t>6.7 Evaluation of Project Outcomes:</a:t>
            </a:r>
          </a:p>
        </p:txBody>
      </p:sp>
      <p:pic>
        <p:nvPicPr>
          <p:cNvPr id="11" name="Picture 3" descr="logo">
            <a:extLst>
              <a:ext uri="{FF2B5EF4-FFF2-40B4-BE49-F238E27FC236}">
                <a16:creationId xmlns:a16="http://schemas.microsoft.com/office/drawing/2014/main" id="{BBB1985B-45C3-7D18-989A-5619163CF8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" t="15132" r="2190" b="13157"/>
          <a:stretch/>
        </p:blipFill>
        <p:spPr>
          <a:xfrm>
            <a:off x="0" y="0"/>
            <a:ext cx="3248025" cy="1038226"/>
          </a:xfrm>
          <a:prstGeom prst="rect">
            <a:avLst/>
          </a:prstGeom>
          <a:noFill/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46D27E-12C2-F8C5-9667-7A900C4D2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60" y="2458798"/>
            <a:ext cx="8309034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289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32D73-BEA6-A4DE-177C-7FCF969A7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B8CF9-7248-C77C-34CD-9D3E8444A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>
                <a:latin typeface="Calibri" panose="020F0502020204030204" pitchFamily="34" charset="0"/>
                <a:cs typeface="Calibri" panose="020F0502020204030204" pitchFamily="34" charset="0"/>
              </a:rPr>
              <a:t>6. Management (GA 11) </a:t>
            </a:r>
            <a:endParaRPr lang="en-ZA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1ABBA2-A3C2-B0F6-E92C-3CEF9F253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Dr.</a:t>
            </a:r>
            <a:r>
              <a:rPr lang="en-GB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5B233-1A96-CFF1-56C2-434423500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15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668BAB9-DDC1-F0FC-473A-CBECAFD41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95060"/>
            <a:ext cx="12192000" cy="56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00A7E2"/>
                </a:solidFill>
              </a:rPr>
              <a:t>6.7 Evaluation of Project Outcomes:</a:t>
            </a:r>
          </a:p>
        </p:txBody>
      </p:sp>
      <p:pic>
        <p:nvPicPr>
          <p:cNvPr id="11" name="Picture 3" descr="logo">
            <a:extLst>
              <a:ext uri="{FF2B5EF4-FFF2-40B4-BE49-F238E27FC236}">
                <a16:creationId xmlns:a16="http://schemas.microsoft.com/office/drawing/2014/main" id="{7188B489-5A30-1E17-99A0-602CB61E13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" t="15132" r="2190" b="13157"/>
          <a:stretch/>
        </p:blipFill>
        <p:spPr>
          <a:xfrm>
            <a:off x="0" y="0"/>
            <a:ext cx="3248025" cy="1038226"/>
          </a:xfrm>
          <a:prstGeom prst="rect">
            <a:avLst/>
          </a:prstGeom>
          <a:noFill/>
        </p:spPr>
      </p:pic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08BBED-CE8F-0F63-2295-C31616164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64" y="2325628"/>
            <a:ext cx="8495940" cy="4032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130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ADD00-42C2-BA6B-B460-0FA3FE29E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82BB7-655F-8B73-921E-9F3F91D6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>
                <a:latin typeface="Calibri" panose="020F0502020204030204" pitchFamily="34" charset="0"/>
                <a:cs typeface="Calibri" panose="020F0502020204030204" pitchFamily="34" charset="0"/>
              </a:rPr>
              <a:t>6. Management (GA 11) </a:t>
            </a:r>
            <a:endParaRPr lang="en-ZA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01847F-E83C-D126-CE47-1DFFE9C93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Dr.</a:t>
            </a:r>
            <a:r>
              <a:rPr lang="en-GB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42E649-E158-52DE-DB95-72D665C23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16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C49D899-0E4F-63EB-246E-3F26BBE88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95060"/>
            <a:ext cx="12192000" cy="56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00A7E2"/>
                </a:solidFill>
              </a:rPr>
              <a:t>6.7 Evaluation of Project Outcomes:</a:t>
            </a:r>
          </a:p>
        </p:txBody>
      </p:sp>
      <p:pic>
        <p:nvPicPr>
          <p:cNvPr id="11" name="Picture 3" descr="logo">
            <a:extLst>
              <a:ext uri="{FF2B5EF4-FFF2-40B4-BE49-F238E27FC236}">
                <a16:creationId xmlns:a16="http://schemas.microsoft.com/office/drawing/2014/main" id="{C79964AD-47B5-09D8-B7ED-7B0587C481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" t="15132" r="2190" b="13157"/>
          <a:stretch/>
        </p:blipFill>
        <p:spPr>
          <a:xfrm>
            <a:off x="0" y="0"/>
            <a:ext cx="3248025" cy="1038226"/>
          </a:xfrm>
          <a:prstGeom prst="rect">
            <a:avLst/>
          </a:prstGeom>
          <a:noFill/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548A16-0935-6047-5D2C-0DAEFA94B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19" y="2455024"/>
            <a:ext cx="7618921" cy="39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371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7DE19-459A-1705-FAEA-D61932507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01015-526E-A981-21FB-ECAF0AF70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>
                <a:latin typeface="Calibri" panose="020F0502020204030204" pitchFamily="34" charset="0"/>
                <a:cs typeface="Calibri" panose="020F0502020204030204" pitchFamily="34" charset="0"/>
              </a:rPr>
              <a:t>6. Management (GA 11) </a:t>
            </a:r>
            <a:endParaRPr lang="en-ZA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357A88-2B13-149B-4F9C-61269CCEA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Dr.</a:t>
            </a:r>
            <a:r>
              <a:rPr lang="en-GB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235E1C-BB7C-70F6-83A7-3CA2C62BC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17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5F2CDD0-1CDB-270B-40DA-B4A449F25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95060"/>
            <a:ext cx="12192000" cy="56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00A7E2"/>
                </a:solidFill>
              </a:rPr>
              <a:t>6.7 Evaluation of Project Outcomes:</a:t>
            </a:r>
          </a:p>
        </p:txBody>
      </p:sp>
      <p:pic>
        <p:nvPicPr>
          <p:cNvPr id="11" name="Picture 3" descr="logo">
            <a:extLst>
              <a:ext uri="{FF2B5EF4-FFF2-40B4-BE49-F238E27FC236}">
                <a16:creationId xmlns:a16="http://schemas.microsoft.com/office/drawing/2014/main" id="{87DA4B56-1D23-BD23-3555-A0D4A9F173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" t="15132" r="2190" b="13157"/>
          <a:stretch/>
        </p:blipFill>
        <p:spPr>
          <a:xfrm>
            <a:off x="0" y="0"/>
            <a:ext cx="3248025" cy="1038226"/>
          </a:xfrm>
          <a:prstGeom prst="rect">
            <a:avLst/>
          </a:prstGeom>
          <a:noFill/>
        </p:spPr>
      </p:pic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731A6EC-E56A-F826-6947-39EBD9BF4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28" y="2455024"/>
            <a:ext cx="5074130" cy="3917651"/>
          </a:xfrm>
          <a:prstGeom prst="rect">
            <a:avLst/>
          </a:prstGeom>
        </p:spPr>
      </p:pic>
      <p:pic>
        <p:nvPicPr>
          <p:cNvPr id="15" name="Picture 1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8F6E4D8-19C0-6C7F-C989-71A140ACF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9596" y="2455024"/>
            <a:ext cx="6267450" cy="39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089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8B466-5180-14A3-975F-F0679FC9E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1249C-836F-D5E7-62F0-D1BEEBA12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>
                <a:latin typeface="Calibri" panose="020F0502020204030204" pitchFamily="34" charset="0"/>
                <a:cs typeface="Calibri" panose="020F0502020204030204" pitchFamily="34" charset="0"/>
              </a:rPr>
              <a:t>6. Management (GA 11) </a:t>
            </a:r>
            <a:endParaRPr lang="en-ZA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78B784-39B0-1DE3-C2E9-1EF706790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Dr.</a:t>
            </a:r>
            <a:r>
              <a:rPr lang="en-GB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522E0-140B-5BA7-E78F-E344E0328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18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19A038C-5663-A250-0E16-1D64AF2D7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95060"/>
            <a:ext cx="12192000" cy="56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00A7E2"/>
                </a:solidFill>
              </a:rPr>
              <a:t>6.7 Evaluation of Project Outcomes:</a:t>
            </a:r>
          </a:p>
        </p:txBody>
      </p:sp>
      <p:pic>
        <p:nvPicPr>
          <p:cNvPr id="11" name="Picture 3" descr="logo">
            <a:extLst>
              <a:ext uri="{FF2B5EF4-FFF2-40B4-BE49-F238E27FC236}">
                <a16:creationId xmlns:a16="http://schemas.microsoft.com/office/drawing/2014/main" id="{B93F2057-4FC2-E250-9164-E286AFB19D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" t="15132" r="2190" b="13157"/>
          <a:stretch/>
        </p:blipFill>
        <p:spPr>
          <a:xfrm>
            <a:off x="0" y="0"/>
            <a:ext cx="3248025" cy="1038226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654CA7-3A56-16C8-58B5-CB8552D21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59" y="2455024"/>
            <a:ext cx="5649224" cy="3917651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540A6C-3D9C-62DA-BCEF-FD3EC8726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539" y="2455024"/>
            <a:ext cx="5864884" cy="391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16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BDE6E-09A7-4EAF-6BC0-CCDE6D1BB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E79FD-579E-09F2-D811-6A18EEEE1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>
                <a:latin typeface="Calibri" panose="020F0502020204030204" pitchFamily="34" charset="0"/>
                <a:cs typeface="Calibri" panose="020F0502020204030204" pitchFamily="34" charset="0"/>
              </a:rPr>
              <a:t>6. Management (GA 11) </a:t>
            </a:r>
            <a:endParaRPr lang="en-ZA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87CD26-B6A1-784C-F2A0-DFBB5E433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Dr.</a:t>
            </a:r>
            <a:r>
              <a:rPr lang="en-GB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DF1A37-CBF7-A831-AE66-A95915288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19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B421063-97A6-9545-1456-1A76BC6AE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95060"/>
            <a:ext cx="12192000" cy="56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00A7E2"/>
                </a:solidFill>
              </a:rPr>
              <a:t>6.7 Evaluation of Project Outcomes:</a:t>
            </a:r>
          </a:p>
        </p:txBody>
      </p:sp>
      <p:pic>
        <p:nvPicPr>
          <p:cNvPr id="11" name="Picture 3" descr="logo">
            <a:extLst>
              <a:ext uri="{FF2B5EF4-FFF2-40B4-BE49-F238E27FC236}">
                <a16:creationId xmlns:a16="http://schemas.microsoft.com/office/drawing/2014/main" id="{B76EA764-D588-36D8-39BB-51C4E00EDD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" t="15132" r="2190" b="13157"/>
          <a:stretch/>
        </p:blipFill>
        <p:spPr>
          <a:xfrm>
            <a:off x="0" y="0"/>
            <a:ext cx="3248025" cy="1038226"/>
          </a:xfrm>
          <a:prstGeom prst="rect">
            <a:avLst/>
          </a:prstGeom>
          <a:noFill/>
        </p:spPr>
      </p:pic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3C47119-A5D0-6BEE-8D84-7730EEE7B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88" y="2455114"/>
            <a:ext cx="6267450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306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FD34D-7B94-4C27-03C4-7C640BB39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AE65C-DDD3-AA5F-9740-5CF5E48A0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>
                <a:latin typeface="Calibri" panose="020F0502020204030204" pitchFamily="34" charset="0"/>
                <a:cs typeface="Calibri" panose="020F0502020204030204" pitchFamily="34" charset="0"/>
              </a:rPr>
              <a:t>6. Management (GA 11) </a:t>
            </a:r>
            <a:endParaRPr lang="en-ZA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E436A7-B106-A19F-2568-B18378F9A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Dr.</a:t>
            </a:r>
            <a:r>
              <a:rPr lang="en-GB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21576F-B39A-F990-830D-2E676BE58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20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DAD5391-F6B8-3C4A-7C54-CEB7A1771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95060"/>
            <a:ext cx="12192000" cy="56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00A7E2"/>
                </a:solidFill>
              </a:rPr>
              <a:t>6.7 Evaluation of Project Outcomes:</a:t>
            </a:r>
          </a:p>
        </p:txBody>
      </p:sp>
      <p:pic>
        <p:nvPicPr>
          <p:cNvPr id="11" name="Picture 3" descr="logo">
            <a:extLst>
              <a:ext uri="{FF2B5EF4-FFF2-40B4-BE49-F238E27FC236}">
                <a16:creationId xmlns:a16="http://schemas.microsoft.com/office/drawing/2014/main" id="{117B45D2-0BFD-028F-840A-EA831D1FB0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" t="15132" r="2190" b="13157"/>
          <a:stretch/>
        </p:blipFill>
        <p:spPr>
          <a:xfrm>
            <a:off x="0" y="0"/>
            <a:ext cx="3248025" cy="1038226"/>
          </a:xfrm>
          <a:prstGeom prst="rect">
            <a:avLst/>
          </a:prstGeom>
          <a:noFill/>
        </p:spPr>
      </p:pic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A7B93DD-2048-D522-BAAB-C0E496728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88" y="2455114"/>
            <a:ext cx="6267450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8690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1C4CE-EF50-E014-39C8-BA70E73A6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63874-4226-88C5-788A-49F60214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>
                <a:latin typeface="Calibri" panose="020F0502020204030204" pitchFamily="34" charset="0"/>
                <a:cs typeface="Calibri" panose="020F0502020204030204" pitchFamily="34" charset="0"/>
              </a:rPr>
              <a:t>6. Management (GA 11) </a:t>
            </a:r>
            <a:endParaRPr lang="en-ZA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083AF4-936C-AB1C-B37C-F4BE56E8F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Dr.</a:t>
            </a:r>
            <a:r>
              <a:rPr lang="en-GB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201CAF-6DF0-603E-0190-1DCF58094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21</a:t>
            </a:fld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C916347-176A-1509-AECE-9EE4E3E7D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895060"/>
            <a:ext cx="12192000" cy="56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00A7E2"/>
                </a:solidFill>
              </a:rPr>
              <a:t>6.7 Evaluation of Project Outcomes:</a:t>
            </a:r>
          </a:p>
        </p:txBody>
      </p:sp>
      <p:pic>
        <p:nvPicPr>
          <p:cNvPr id="11" name="Picture 3" descr="logo">
            <a:extLst>
              <a:ext uri="{FF2B5EF4-FFF2-40B4-BE49-F238E27FC236}">
                <a16:creationId xmlns:a16="http://schemas.microsoft.com/office/drawing/2014/main" id="{489531ED-F896-4128-0F4C-4E9C9664EB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" t="15132" r="2190" b="13157"/>
          <a:stretch/>
        </p:blipFill>
        <p:spPr>
          <a:xfrm>
            <a:off x="0" y="0"/>
            <a:ext cx="3248025" cy="1038226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908746-6667-4A29-5BAC-AFD326AB5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19" y="2355463"/>
            <a:ext cx="5549481" cy="4001758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321421-3584-16CA-AF39-C7F900001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1429" y="2355461"/>
            <a:ext cx="5722010" cy="400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8054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84296-99EC-D062-733D-28284B883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71550"/>
            <a:ext cx="12192000" cy="563563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>
                <a:latin typeface="Calibri" panose="020F0502020204030204" pitchFamily="34" charset="0"/>
                <a:cs typeface="Calibri" panose="020F0502020204030204" pitchFamily="34" charset="0"/>
              </a:rPr>
              <a:t>7. Conclusion</a:t>
            </a:r>
            <a:endParaRPr lang="en-ZA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30DD-CBDF-E411-2A8D-0179F26E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err="1"/>
              <a:t>Dr.</a:t>
            </a:r>
            <a:r>
              <a:rPr lang="en-GB"/>
              <a:t>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B9200-2E84-04A5-CC05-9F66821C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3837-7488-43F1-A241-BBF137CD6B7A}" type="slidenum">
              <a:rPr lang="en-GB" smtClean="0"/>
              <a:t>22</a:t>
            </a:fld>
            <a:endParaRPr lang="en-GB"/>
          </a:p>
        </p:txBody>
      </p:sp>
      <p:pic>
        <p:nvPicPr>
          <p:cNvPr id="11" name="Picture 3" descr="logo">
            <a:extLst>
              <a:ext uri="{FF2B5EF4-FFF2-40B4-BE49-F238E27FC236}">
                <a16:creationId xmlns:a16="http://schemas.microsoft.com/office/drawing/2014/main" id="{28B3CB07-CB2D-D575-5AAF-0AD459DA24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" t="15132" r="2190" b="13157"/>
          <a:stretch/>
        </p:blipFill>
        <p:spPr>
          <a:xfrm>
            <a:off x="0" y="0"/>
            <a:ext cx="3248025" cy="1038226"/>
          </a:xfrm>
          <a:prstGeom prst="rect">
            <a:avLst/>
          </a:prstGeom>
          <a:noFill/>
        </p:spPr>
      </p:pic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18D5129F-BDDC-60E2-B254-8C62EECA53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0487" y="1893257"/>
          <a:ext cx="12011025" cy="4235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31495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4E6513-510B-F541-DBD1-D74C4E339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3577456"/>
            <a:ext cx="10909640" cy="16878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 and Questions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E23B47-1C6E-1D37-BADD-A50BAB8E4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Dr. A Almaktoof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795F19-56A4-557D-46AB-2FE2A4942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E2283837-7488-43F1-A241-BBF137CD6B7A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23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11" name="Picture 10" descr="interface">
            <a:extLst>
              <a:ext uri="{FF2B5EF4-FFF2-40B4-BE49-F238E27FC236}">
                <a16:creationId xmlns:a16="http://schemas.microsoft.com/office/drawing/2014/main" id="{00A5B1B2-2BB2-D8BE-FC6E-F412004B0C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03" t="26021" r="14982" b="41998"/>
          <a:stretch/>
        </p:blipFill>
        <p:spPr bwMode="auto">
          <a:xfrm>
            <a:off x="2579171" y="616227"/>
            <a:ext cx="7033657" cy="2342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4987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b792085-cc0c-4d45-9812-5d8db1d7253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5F6A647E4A084783789B4A1A3ACE4E" ma:contentTypeVersion="12" ma:contentTypeDescription="Create a new document." ma:contentTypeScope="" ma:versionID="ffdcc334ba483c226d755e33687aafd5">
  <xsd:schema xmlns:xsd="http://www.w3.org/2001/XMLSchema" xmlns:xs="http://www.w3.org/2001/XMLSchema" xmlns:p="http://schemas.microsoft.com/office/2006/metadata/properties" xmlns:ns3="6b792085-cc0c-4d45-9812-5d8db1d72539" xmlns:ns4="bb258b11-6a1e-49e8-853e-5225d2c76b7a" targetNamespace="http://schemas.microsoft.com/office/2006/metadata/properties" ma:root="true" ma:fieldsID="9db6425d445550761c03ea3e974bfd22" ns3:_="" ns4:_="">
    <xsd:import namespace="6b792085-cc0c-4d45-9812-5d8db1d72539"/>
    <xsd:import namespace="bb258b11-6a1e-49e8-853e-5225d2c76b7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792085-cc0c-4d45-9812-5d8db1d725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258b11-6a1e-49e8-853e-5225d2c76b7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F2DC9D-3B12-4703-8D37-46E6B367A1E6}">
  <ds:schemaRefs>
    <ds:schemaRef ds:uri="6b792085-cc0c-4d45-9812-5d8db1d72539"/>
    <ds:schemaRef ds:uri="http://schemas.microsoft.com/office/2006/metadata/properties"/>
    <ds:schemaRef ds:uri="http://www.w3.org/2000/xmlns/"/>
    <ds:schemaRef ds:uri="http://www.w3.org/2001/XMLSchema-instance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6B4CDA0-0C8F-4281-96F0-A248B8A526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C19C04-9C3D-4D1C-A434-D75ADECE73E3}">
  <ds:schemaRefs>
    <ds:schemaRef ds:uri="6b792085-cc0c-4d45-9812-5d8db1d72539"/>
    <ds:schemaRef ds:uri="bb258b11-6a1e-49e8-853e-5225d2c76b7a"/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718</Words>
  <Application>Microsoft Office PowerPoint</Application>
  <PresentationFormat>Widescreen</PresentationFormat>
  <Paragraphs>130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Office Theme</vt:lpstr>
      <vt:lpstr>Industrial Computing Design Project 3 - DES371S </vt:lpstr>
      <vt:lpstr>PowerPoint Presentation</vt:lpstr>
      <vt:lpstr>1. Introduction</vt:lpstr>
      <vt:lpstr>2. Project Objectives</vt:lpstr>
      <vt:lpstr>3. System Design</vt:lpstr>
      <vt:lpstr>4. Methodology</vt:lpstr>
      <vt:lpstr>6. Management (GA 11) </vt:lpstr>
      <vt:lpstr>6. Management (GA 11) </vt:lpstr>
      <vt:lpstr>6. Management (GA 11) </vt:lpstr>
      <vt:lpstr>6. Management (GA 11) </vt:lpstr>
      <vt:lpstr>6. Management (GA 11) </vt:lpstr>
      <vt:lpstr>6. Management (GA 11) </vt:lpstr>
      <vt:lpstr>6. Management (GA 11) </vt:lpstr>
      <vt:lpstr>6. Management (GA 11) </vt:lpstr>
      <vt:lpstr>6. Management (GA 11) </vt:lpstr>
      <vt:lpstr>6. Management (GA 11) </vt:lpstr>
      <vt:lpstr>6. Management (GA 11) </vt:lpstr>
      <vt:lpstr>6. Management (GA 11) </vt:lpstr>
      <vt:lpstr>6. Management (GA 11) </vt:lpstr>
      <vt:lpstr>6. Management (GA 11) </vt:lpstr>
      <vt:lpstr>6. Management (GA 11) </vt:lpstr>
      <vt:lpstr>7. Conclusion</vt:lpstr>
      <vt:lpstr>Thank you and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Substation automation (SA)</dc:title>
  <dc:creator>Dr. Mnguni</dc:creator>
  <cp:lastModifiedBy>Lubabalo Dlangamandla</cp:lastModifiedBy>
  <cp:revision>3</cp:revision>
  <dcterms:created xsi:type="dcterms:W3CDTF">2022-07-06T12:11:36Z</dcterms:created>
  <dcterms:modified xsi:type="dcterms:W3CDTF">2025-12-28T15:59:30Z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0x010100F45F6A647E4A084783789B4A1A3ACE4E</vt:lpwstr>
  </property>
</Properties>
</file>